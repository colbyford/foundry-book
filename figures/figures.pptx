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62" r:id="rId9"/>
    <p:sldId id="264" r:id="rId10"/>
    <p:sldId id="265" r:id="rId11"/>
    <p:sldId id="267" r:id="rId12"/>
    <p:sldId id="269" r:id="rId13"/>
    <p:sldId id="274" r:id="rId14"/>
    <p:sldId id="270" r:id="rId15"/>
    <p:sldId id="271" r:id="rId16"/>
    <p:sldId id="272" r:id="rId17"/>
    <p:sldId id="273" r:id="rId18"/>
    <p:sldId id="25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</p14:sldIdLst>
        </p14:section>
        <p14:section name="Knowledge Bases" id="{06E034E2-AFC7-4A28-B1B0-B4E2903C9A55}">
          <p14:sldIdLst>
            <p14:sldId id="262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Governance" id="{038CE4AA-62CD-47A2-8E40-F6F0DFCCB854}">
          <p14:sldIdLst>
            <p14:sldId id="269"/>
            <p14:sldId id="274"/>
            <p14:sldId id="270"/>
            <p14:sldId id="271"/>
            <p14:sldId id="272"/>
            <p14:sldId id="273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81072" autoAdjust="0"/>
  </p:normalViewPr>
  <p:slideViewPr>
    <p:cSldViewPr snapToGrid="0">
      <p:cViewPr varScale="1">
        <p:scale>
          <a:sx n="126" d="100"/>
          <a:sy n="126" d="100"/>
        </p:scale>
        <p:origin x="69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png"/><Relationship Id="rId16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9" Type="http://schemas.openxmlformats.org/officeDocument/2006/relationships/image" Target="../media/image3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11415</TotalTime>
  <Words>366</Words>
  <Application>Microsoft Office PowerPoint</Application>
  <PresentationFormat>Widescreen</PresentationFormat>
  <Paragraphs>113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11</cp:revision>
  <dcterms:created xsi:type="dcterms:W3CDTF">2026-01-26T17:17:07Z</dcterms:created>
  <dcterms:modified xsi:type="dcterms:W3CDTF">2026-02-26T17:49:58Z</dcterms:modified>
</cp:coreProperties>
</file>