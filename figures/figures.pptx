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1"/>
  </p:notesMasterIdLst>
  <p:sldIdLst>
    <p:sldId id="258" r:id="rId2"/>
    <p:sldId id="256" r:id="rId3"/>
    <p:sldId id="263" r:id="rId4"/>
    <p:sldId id="260" r:id="rId5"/>
    <p:sldId id="259" r:id="rId6"/>
    <p:sldId id="261" r:id="rId7"/>
    <p:sldId id="268" r:id="rId8"/>
    <p:sldId id="275" r:id="rId9"/>
    <p:sldId id="262" r:id="rId10"/>
    <p:sldId id="264" r:id="rId11"/>
    <p:sldId id="265" r:id="rId12"/>
    <p:sldId id="267" r:id="rId13"/>
    <p:sldId id="269" r:id="rId14"/>
    <p:sldId id="274" r:id="rId15"/>
    <p:sldId id="270" r:id="rId16"/>
    <p:sldId id="271" r:id="rId17"/>
    <p:sldId id="272" r:id="rId18"/>
    <p:sldId id="273" r:id="rId19"/>
    <p:sldId id="257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56"/>
            <p14:sldId id="263"/>
          </p14:sldIdLst>
        </p14:section>
        <p14:section name="Model Deployment" id="{4FFEF0E2-5833-4089-8860-99F4B2E194C0}">
          <p14:sldIdLst>
            <p14:sldId id="260"/>
            <p14:sldId id="259"/>
          </p14:sldIdLst>
        </p14:section>
        <p14:section name="Agent Deployment" id="{D332562B-3ADB-4CCE-A1B8-55DF9B490E3B}">
          <p14:sldIdLst>
            <p14:sldId id="261"/>
            <p14:sldId id="268"/>
            <p14:sldId id="275"/>
          </p14:sldIdLst>
        </p14:section>
        <p14:section name="Knowledge Bases" id="{06E034E2-AFC7-4A28-B1B0-B4E2903C9A55}">
          <p14:sldIdLst>
            <p14:sldId id="262"/>
            <p14:sldId id="264"/>
          </p14:sldIdLst>
        </p14:section>
        <p14:section name="Fine-Tuning" id="{0654DAA0-6DAF-4D93-901D-DE1F25DE20A5}">
          <p14:sldIdLst>
            <p14:sldId id="265"/>
            <p14:sldId id="267"/>
          </p14:sldIdLst>
        </p14:section>
        <p14:section name="Governance" id="{038CE4AA-62CD-47A2-8E40-F6F0DFCCB854}">
          <p14:sldIdLst>
            <p14:sldId id="269"/>
            <p14:sldId id="274"/>
            <p14:sldId id="270"/>
            <p14:sldId id="271"/>
            <p14:sldId id="272"/>
            <p14:sldId id="273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D4EB"/>
    <a:srgbClr val="B0D3EA"/>
    <a:srgbClr val="E5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81072" autoAdjust="0"/>
  </p:normalViewPr>
  <p:slideViewPr>
    <p:cSldViewPr snapToGrid="0">
      <p:cViewPr varScale="1">
        <p:scale>
          <a:sx n="126" d="100"/>
          <a:sy n="126" d="100"/>
        </p:scale>
        <p:origin x="158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13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svg"/><Relationship Id="rId2" Type="http://schemas.openxmlformats.org/officeDocument/2006/relationships/image" Target="../media/image12.png"/><Relationship Id="rId16" Type="http://schemas.openxmlformats.org/officeDocument/2006/relationships/image" Target="../media/image26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Relationship Id="rId14" Type="http://schemas.openxmlformats.org/officeDocument/2006/relationships/image" Target="../media/image24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svg"/><Relationship Id="rId4" Type="http://schemas.openxmlformats.org/officeDocument/2006/relationships/image" Target="../media/image29.png"/><Relationship Id="rId9" Type="http://schemas.openxmlformats.org/officeDocument/2006/relationships/image" Target="../media/image3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D732446-F0F6-0ACF-647A-3BC33E7C3D60}"/>
              </a:ext>
            </a:extLst>
          </p:cNvPr>
          <p:cNvSpPr/>
          <p:nvPr/>
        </p:nvSpPr>
        <p:spPr>
          <a:xfrm>
            <a:off x="962567" y="281940"/>
            <a:ext cx="10552099" cy="618743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Example Models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74ED1F-143F-F0C3-860B-D1D1A94B8038}"/>
              </a:ext>
            </a:extLst>
          </p:cNvPr>
          <p:cNvSpPr/>
          <p:nvPr/>
        </p:nvSpPr>
        <p:spPr>
          <a:xfrm>
            <a:off x="4778916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Anthropic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92B3E5-A0FB-4F52-03FE-A3994B4A676E}"/>
              </a:ext>
            </a:extLst>
          </p:cNvPr>
          <p:cNvSpPr/>
          <p:nvPr/>
        </p:nvSpPr>
        <p:spPr>
          <a:xfrm>
            <a:off x="1553658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Azure OpenAI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E8A258-9DE7-F4AF-1449-211286E0D11E}"/>
              </a:ext>
            </a:extLst>
          </p:cNvPr>
          <p:cNvSpPr/>
          <p:nvPr/>
        </p:nvSpPr>
        <p:spPr>
          <a:xfrm>
            <a:off x="8004174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7ADCD0-E7DE-9B18-898C-7D55B783F694}"/>
              </a:ext>
            </a:extLst>
          </p:cNvPr>
          <p:cNvSpPr/>
          <p:nvPr/>
        </p:nvSpPr>
        <p:spPr>
          <a:xfrm>
            <a:off x="4778916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Mistral AI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5125DD-7A11-66B1-DDF5-ECD5D6C1F69B}"/>
              </a:ext>
            </a:extLst>
          </p:cNvPr>
          <p:cNvSpPr/>
          <p:nvPr/>
        </p:nvSpPr>
        <p:spPr>
          <a:xfrm>
            <a:off x="1553658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8433B6-E222-52DE-3420-6BC81E4D9945}"/>
              </a:ext>
            </a:extLst>
          </p:cNvPr>
          <p:cNvSpPr/>
          <p:nvPr/>
        </p:nvSpPr>
        <p:spPr>
          <a:xfrm>
            <a:off x="8004174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DeepSeek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5EA1C-587E-4A45-E606-F67DF515B407}"/>
              </a:ext>
            </a:extLst>
          </p:cNvPr>
          <p:cNvSpPr/>
          <p:nvPr/>
        </p:nvSpPr>
        <p:spPr>
          <a:xfrm>
            <a:off x="1790700" y="1882140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gpt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1D9861-1EDA-793B-0AA0-18BFA52ACCE4}"/>
              </a:ext>
            </a:extLst>
          </p:cNvPr>
          <p:cNvSpPr/>
          <p:nvPr/>
        </p:nvSpPr>
        <p:spPr>
          <a:xfrm>
            <a:off x="1790700" y="2380687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BFDC7A-CED3-C375-66E6-683B9E52EDD1}"/>
              </a:ext>
            </a:extLst>
          </p:cNvPr>
          <p:cNvSpPr/>
          <p:nvPr/>
        </p:nvSpPr>
        <p:spPr>
          <a:xfrm>
            <a:off x="1790700" y="2879234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sora</a:t>
            </a:r>
          </a:p>
        </p:txBody>
      </p:sp>
    </p:spTree>
    <p:extLst>
      <p:ext uri="{BB962C8B-B14F-4D97-AF65-F5344CB8AC3E}">
        <p14:creationId xmlns:p14="http://schemas.microsoft.com/office/powerpoint/2010/main" val="2145715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agram that shows an agent receiving user inputs on the left, processing them through the model and instructions in the center, and producing outputs on the right. A bidirectional arrow below the agent connects to tools, indicating the agent can call tools during processing to retrieve knowledge or take actions.">
            <a:extLst>
              <a:ext uri="{FF2B5EF4-FFF2-40B4-BE49-F238E27FC236}">
                <a16:creationId xmlns:a16="http://schemas.microsoft.com/office/drawing/2014/main" id="{84BAA02D-198C-8FEB-DDC7-5BF0DBB7B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56686" y="3748932"/>
            <a:ext cx="7589520" cy="31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D0B5B93-017C-38BF-D1E2-3FC17585D737}"/>
              </a:ext>
            </a:extLst>
          </p:cNvPr>
          <p:cNvSpPr/>
          <p:nvPr/>
        </p:nvSpPr>
        <p:spPr>
          <a:xfrm>
            <a:off x="5189220" y="609599"/>
            <a:ext cx="181356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66B249-41E8-70FF-C1BD-2C614E44E77F}"/>
              </a:ext>
            </a:extLst>
          </p:cNvPr>
          <p:cNvSpPr/>
          <p:nvPr/>
        </p:nvSpPr>
        <p:spPr>
          <a:xfrm>
            <a:off x="4272280" y="2855243"/>
            <a:ext cx="3642358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Calls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166577C-6B48-5754-383D-478B8B3FA9BD}"/>
              </a:ext>
            </a:extLst>
          </p:cNvPr>
          <p:cNvSpPr/>
          <p:nvPr/>
        </p:nvSpPr>
        <p:spPr>
          <a:xfrm>
            <a:off x="7795258" y="626664"/>
            <a:ext cx="3383280" cy="1773636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BC9BDF-2C43-4EC0-746F-536C87A558E6}"/>
              </a:ext>
            </a:extLst>
          </p:cNvPr>
          <p:cNvSpPr/>
          <p:nvPr/>
        </p:nvSpPr>
        <p:spPr>
          <a:xfrm>
            <a:off x="823808" y="609599"/>
            <a:ext cx="3383280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Input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637FF2-78C8-02A4-8845-916F66F7364D}"/>
              </a:ext>
            </a:extLst>
          </p:cNvPr>
          <p:cNvSpPr/>
          <p:nvPr/>
        </p:nvSpPr>
        <p:spPr>
          <a:xfrm>
            <a:off x="5425880" y="1469801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Instructions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E14E21-FA90-20E0-BD54-1EB35C39B056}"/>
              </a:ext>
            </a:extLst>
          </p:cNvPr>
          <p:cNvSpPr/>
          <p:nvPr/>
        </p:nvSpPr>
        <p:spPr>
          <a:xfrm>
            <a:off x="5425881" y="1039700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C76365-E8A1-1FA2-FBB8-3991FB9D1D13}"/>
              </a:ext>
            </a:extLst>
          </p:cNvPr>
          <p:cNvSpPr/>
          <p:nvPr/>
        </p:nvSpPr>
        <p:spPr>
          <a:xfrm>
            <a:off x="5425879" y="1899902"/>
            <a:ext cx="1340237" cy="329915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pic>
        <p:nvPicPr>
          <p:cNvPr id="10" name="Graphic 9" descr="Brain with solid fill">
            <a:extLst>
              <a:ext uri="{FF2B5EF4-FFF2-40B4-BE49-F238E27FC236}">
                <a16:creationId xmlns:a16="http://schemas.microsoft.com/office/drawing/2014/main" id="{F81D149A-46A0-A0F2-40BC-1E0C0F7C34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96099" y="3296865"/>
            <a:ext cx="457200" cy="457200"/>
          </a:xfrm>
          <a:prstGeom prst="rect">
            <a:avLst/>
          </a:prstGeom>
        </p:spPr>
      </p:pic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30E2C5E-3E11-DAAD-16E3-271D6A0A4F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64859" y="3293392"/>
            <a:ext cx="457200" cy="457200"/>
          </a:xfrm>
          <a:prstGeom prst="rect">
            <a:avLst/>
          </a:prstGeom>
        </p:spPr>
      </p:pic>
      <p:pic>
        <p:nvPicPr>
          <p:cNvPr id="14" name="Graphic 13" descr="Magnifying glass with solid fill">
            <a:extLst>
              <a:ext uri="{FF2B5EF4-FFF2-40B4-BE49-F238E27FC236}">
                <a16:creationId xmlns:a16="http://schemas.microsoft.com/office/drawing/2014/main" id="{E1C69C60-7208-0B12-1452-1A5E8DB2B0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33619" y="3291732"/>
            <a:ext cx="457200" cy="457200"/>
          </a:xfrm>
          <a:prstGeom prst="rect">
            <a:avLst/>
          </a:prstGeom>
        </p:spPr>
      </p:pic>
      <p:pic>
        <p:nvPicPr>
          <p:cNvPr id="16" name="Graphic 15" descr="Table with solid fill">
            <a:extLst>
              <a:ext uri="{FF2B5EF4-FFF2-40B4-BE49-F238E27FC236}">
                <a16:creationId xmlns:a16="http://schemas.microsoft.com/office/drawing/2014/main" id="{B5676005-E079-2A3B-089C-6566A8AAC6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951350" y="1113916"/>
            <a:ext cx="457200" cy="457200"/>
          </a:xfrm>
          <a:prstGeom prst="rect">
            <a:avLst/>
          </a:prstGeom>
        </p:spPr>
      </p:pic>
      <p:pic>
        <p:nvPicPr>
          <p:cNvPr id="18" name="Graphic 17" descr="Chat bubble with solid fill">
            <a:extLst>
              <a:ext uri="{FF2B5EF4-FFF2-40B4-BE49-F238E27FC236}">
                <a16:creationId xmlns:a16="http://schemas.microsoft.com/office/drawing/2014/main" id="{3C989B8B-DED4-B55D-CC71-F1E215EF7E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71197" y="1123949"/>
            <a:ext cx="457200" cy="457200"/>
          </a:xfrm>
          <a:prstGeom prst="rect">
            <a:avLst/>
          </a:prstGeom>
        </p:spPr>
      </p:pic>
      <p:pic>
        <p:nvPicPr>
          <p:cNvPr id="20" name="Graphic 19" descr="Speech with solid fill">
            <a:extLst>
              <a:ext uri="{FF2B5EF4-FFF2-40B4-BE49-F238E27FC236}">
                <a16:creationId xmlns:a16="http://schemas.microsoft.com/office/drawing/2014/main" id="{8F949B6B-BC5B-F17A-DDE0-890881F6E6F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02499" y="1141015"/>
            <a:ext cx="457200" cy="457200"/>
          </a:xfrm>
          <a:prstGeom prst="rect">
            <a:avLst/>
          </a:prstGeom>
        </p:spPr>
      </p:pic>
      <p:pic>
        <p:nvPicPr>
          <p:cNvPr id="22" name="Graphic 21" descr="Ringer with solid fill">
            <a:extLst>
              <a:ext uri="{FF2B5EF4-FFF2-40B4-BE49-F238E27FC236}">
                <a16:creationId xmlns:a16="http://schemas.microsoft.com/office/drawing/2014/main" id="{31B1C6DC-A0E0-5DD4-461A-CD4ED368BA0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286848" y="1123949"/>
            <a:ext cx="457200" cy="4572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FBB3EA1-6050-7099-569B-D76BD8F80060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4207088" y="1504950"/>
            <a:ext cx="982132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8013E43-9914-71DD-8256-A57FB83385BD}"/>
              </a:ext>
            </a:extLst>
          </p:cNvPr>
          <p:cNvCxnSpPr>
            <a:cxnSpLocks/>
            <a:stCxn id="2" idx="3"/>
            <a:endCxn id="4" idx="1"/>
          </p:cNvCxnSpPr>
          <p:nvPr/>
        </p:nvCxnSpPr>
        <p:spPr>
          <a:xfrm>
            <a:off x="7002780" y="1504950"/>
            <a:ext cx="792478" cy="853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47803182-198F-F147-4FA2-48DE67FF9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560230"/>
              </p:ext>
            </p:extLst>
          </p:nvPr>
        </p:nvGraphicFramePr>
        <p:xfrm>
          <a:off x="916517" y="1571116"/>
          <a:ext cx="3197862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User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System Events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13CEFDE5-BB13-7FE2-5227-4B42AA1FC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369039"/>
              </p:ext>
            </p:extLst>
          </p:nvPr>
        </p:nvGraphicFramePr>
        <p:xfrm>
          <a:off x="4494528" y="3748932"/>
          <a:ext cx="31978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595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  <a:gridCol w="1065954">
                  <a:extLst>
                    <a:ext uri="{9D8B030D-6E8A-4147-A177-3AD203B41FA5}">
                      <a16:colId xmlns:a16="http://schemas.microsoft.com/office/drawing/2014/main" val="3826947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Retrieval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Actions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Memory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02E9900A-996C-DAAA-125C-D960B446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753363"/>
              </p:ext>
            </p:extLst>
          </p:nvPr>
        </p:nvGraphicFramePr>
        <p:xfrm>
          <a:off x="8093204" y="1571116"/>
          <a:ext cx="2787388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3694">
                  <a:extLst>
                    <a:ext uri="{9D8B030D-6E8A-4147-A177-3AD203B41FA5}">
                      <a16:colId xmlns:a16="http://schemas.microsoft.com/office/drawing/2014/main" val="68322426"/>
                    </a:ext>
                  </a:extLst>
                </a:gridCol>
                <a:gridCol w="1393694">
                  <a:extLst>
                    <a:ext uri="{9D8B030D-6E8A-4147-A177-3AD203B41FA5}">
                      <a16:colId xmlns:a16="http://schemas.microsoft.com/office/drawing/2014/main" val="733923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Agent Messages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Structured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Output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20830"/>
                  </a:ext>
                </a:extLst>
              </a:tr>
            </a:tbl>
          </a:graphicData>
        </a:graphic>
      </p:graphicFrame>
      <p:pic>
        <p:nvPicPr>
          <p:cNvPr id="38" name="Graphic 37" descr="Chat bubble with solid fill">
            <a:extLst>
              <a:ext uri="{FF2B5EF4-FFF2-40B4-BE49-F238E27FC236}">
                <a16:creationId xmlns:a16="http://schemas.microsoft.com/office/drawing/2014/main" id="{76B4E836-5AE0-07B8-D379-E54786753A3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65246" y="1141015"/>
            <a:ext cx="457200" cy="4572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60210D5-1CB7-617C-BD88-70D36F38AC6C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flipH="1">
            <a:off x="6093459" y="2400300"/>
            <a:ext cx="2541" cy="45494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6963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CEAC593-D8CD-61FE-1EC9-C96369134D92}"/>
              </a:ext>
            </a:extLst>
          </p:cNvPr>
          <p:cNvSpPr/>
          <p:nvPr/>
        </p:nvSpPr>
        <p:spPr>
          <a:xfrm>
            <a:off x="182881" y="1961989"/>
            <a:ext cx="3841894" cy="17907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 Foundry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C8D5DE6-7408-3D08-510F-FAA473A61DAF}"/>
              </a:ext>
            </a:extLst>
          </p:cNvPr>
          <p:cNvGrpSpPr/>
          <p:nvPr/>
        </p:nvGrpSpPr>
        <p:grpSpPr>
          <a:xfrm>
            <a:off x="492634" y="2520363"/>
            <a:ext cx="3213551" cy="870652"/>
            <a:chOff x="1094614" y="2520363"/>
            <a:chExt cx="3213551" cy="870652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912725C-460A-B2C6-B45E-AFDA16950EF5}"/>
                </a:ext>
              </a:extLst>
            </p:cNvPr>
            <p:cNvSpPr/>
            <p:nvPr/>
          </p:nvSpPr>
          <p:spPr>
            <a:xfrm>
              <a:off x="1094614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Agent</a:t>
              </a:r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E5663406-1A83-EB63-FD18-62122032389D}"/>
                </a:ext>
              </a:extLst>
            </p:cNvPr>
            <p:cNvSpPr/>
            <p:nvPr/>
          </p:nvSpPr>
          <p:spPr>
            <a:xfrm>
              <a:off x="2967928" y="2520363"/>
              <a:ext cx="1340237" cy="870652"/>
            </a:xfrm>
            <a:prstGeom prst="roundRect">
              <a:avLst/>
            </a:prstGeom>
            <a:solidFill>
              <a:srgbClr val="E5F1F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MCP Client</a:t>
              </a:r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06BC94-073A-00F0-7B7A-53ABD805A1C4}"/>
              </a:ext>
            </a:extLst>
          </p:cNvPr>
          <p:cNvSpPr/>
          <p:nvPr/>
        </p:nvSpPr>
        <p:spPr>
          <a:xfrm>
            <a:off x="5159832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66DD466-80C6-ABEA-A847-87533B9DAE34}"/>
              </a:ext>
            </a:extLst>
          </p:cNvPr>
          <p:cNvSpPr/>
          <p:nvPr/>
        </p:nvSpPr>
        <p:spPr>
          <a:xfrm>
            <a:off x="5692902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File Storage MCP Server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3581B78-846C-5C2B-AD8B-2A27DE6133B0}"/>
              </a:ext>
            </a:extLst>
          </p:cNvPr>
          <p:cNvSpPr/>
          <p:nvPr/>
        </p:nvSpPr>
        <p:spPr>
          <a:xfrm>
            <a:off x="5692901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Third-Party MCP Server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CA2D4C7-E2C9-BE70-32B0-9E817B3AD4C5}"/>
              </a:ext>
            </a:extLst>
          </p:cNvPr>
          <p:cNvSpPr/>
          <p:nvPr/>
        </p:nvSpPr>
        <p:spPr>
          <a:xfrm>
            <a:off x="5692900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MCP Server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9A04995-C98F-AF75-E6DC-AFDAD76B392B}"/>
              </a:ext>
            </a:extLst>
          </p:cNvPr>
          <p:cNvSpPr/>
          <p:nvPr/>
        </p:nvSpPr>
        <p:spPr>
          <a:xfrm>
            <a:off x="9067023" y="804800"/>
            <a:ext cx="2406383" cy="405919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External Services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A15264-2CA2-94CF-802C-8F148D56ECAF}"/>
              </a:ext>
            </a:extLst>
          </p:cNvPr>
          <p:cNvSpPr/>
          <p:nvPr/>
        </p:nvSpPr>
        <p:spPr>
          <a:xfrm>
            <a:off x="9600093" y="2520363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Blob Storage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9FB5A06-89C1-2865-4EBC-BFD77D31C7E0}"/>
              </a:ext>
            </a:extLst>
          </p:cNvPr>
          <p:cNvSpPr/>
          <p:nvPr/>
        </p:nvSpPr>
        <p:spPr>
          <a:xfrm>
            <a:off x="9600092" y="1412582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SaaS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2A69AFF-6121-37F3-566A-DE1AA9EF9D38}"/>
              </a:ext>
            </a:extLst>
          </p:cNvPr>
          <p:cNvSpPr/>
          <p:nvPr/>
        </p:nvSpPr>
        <p:spPr>
          <a:xfrm>
            <a:off x="9600091" y="3628144"/>
            <a:ext cx="1340237" cy="87065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Database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A8B2231-37D8-6CF7-3B6C-0CA623A3A20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832871" y="2955689"/>
            <a:ext cx="53307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AF12AA-901C-45D0-7A07-FC55AAB45F61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7033138" y="1847908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39D667D-0422-43D5-28F2-605AE5941F22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7033139" y="2955689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A2CC6C4-B8F4-865E-18AE-A24BC6F4AF3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7033137" y="4063470"/>
            <a:ext cx="2566954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97CD07A-2870-7437-2F7C-3F75E24EB5CF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 flipV="1">
            <a:off x="3706185" y="1847908"/>
            <a:ext cx="1986716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18C5FA9F-3761-6651-D33F-2C24793118A2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706185" y="2955689"/>
            <a:ext cx="1986715" cy="11077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E6F43D-CF04-FED6-7F22-B3883E121EF8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3706185" y="2955689"/>
            <a:ext cx="1986717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0545247-9B5D-B18C-25FF-A2F607D94783}"/>
              </a:ext>
            </a:extLst>
          </p:cNvPr>
          <p:cNvSpPr txBox="1"/>
          <p:nvPr/>
        </p:nvSpPr>
        <p:spPr>
          <a:xfrm>
            <a:off x="7920517" y="1478522"/>
            <a:ext cx="7922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API Call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2CCF29-E962-3B49-3A2F-5B7C8B1E62E0}"/>
              </a:ext>
            </a:extLst>
          </p:cNvPr>
          <p:cNvSpPr txBox="1"/>
          <p:nvPr/>
        </p:nvSpPr>
        <p:spPr>
          <a:xfrm>
            <a:off x="7739820" y="2586250"/>
            <a:ext cx="1153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Python SDK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3BC4EA-D032-66AD-9B5E-0313282962E7}"/>
              </a:ext>
            </a:extLst>
          </p:cNvPr>
          <p:cNvSpPr txBox="1"/>
          <p:nvPr/>
        </p:nvSpPr>
        <p:spPr>
          <a:xfrm>
            <a:off x="7794098" y="3694030"/>
            <a:ext cx="1045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SQL Query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84FB3F3-23CB-15B6-FD3C-E0EC33E4649A}"/>
              </a:ext>
            </a:extLst>
          </p:cNvPr>
          <p:cNvSpPr/>
          <p:nvPr/>
        </p:nvSpPr>
        <p:spPr>
          <a:xfrm rot="16200000">
            <a:off x="4167506" y="2771023"/>
            <a:ext cx="105477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JSON-RPC</a:t>
            </a:r>
            <a:endParaRPr lang="en-US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6489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8E52CD-5961-A7C1-3607-A00CDD477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812"/>
            <a:ext cx="12192000" cy="681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074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A42420-8E3C-777D-C41A-540741D91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51"/>
            <a:ext cx="12192000" cy="684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994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4867BA-66DD-B140-5528-856BCA343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063"/>
            <a:ext cx="12192000" cy="665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89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E65E1-5DF3-2FE1-BF1F-36B02D0FE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0F888E-6C37-17E1-670D-996346E71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14427"/>
            <a:ext cx="12192000" cy="442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5027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667DA2-6815-DE2B-768E-FDE43E3CE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078980" cy="38651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15023E-4451-73EF-7EF8-DE3379C38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3493186"/>
            <a:ext cx="9357360" cy="329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160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81119-CA4B-EE59-FA1F-A8A1937B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410976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5903-046F-B36C-A390-13BCA87A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35566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16D71-F470-4508-5B65-369C548AF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36187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11434</TotalTime>
  <Words>397</Words>
  <Application>Microsoft Office PowerPoint</Application>
  <PresentationFormat>Widescreen</PresentationFormat>
  <Paragraphs>129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Arial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12</cp:revision>
  <dcterms:created xsi:type="dcterms:W3CDTF">2026-01-26T17:17:07Z</dcterms:created>
  <dcterms:modified xsi:type="dcterms:W3CDTF">2026-02-26T20:12:21Z</dcterms:modified>
</cp:coreProperties>
</file>