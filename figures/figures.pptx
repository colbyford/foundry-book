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8" r:id="rId2"/>
    <p:sldId id="263" r:id="rId3"/>
    <p:sldId id="256" r:id="rId4"/>
    <p:sldId id="259" r:id="rId5"/>
    <p:sldId id="268" r:id="rId6"/>
    <p:sldId id="261" r:id="rId7"/>
    <p:sldId id="275" r:id="rId8"/>
    <p:sldId id="279" r:id="rId9"/>
    <p:sldId id="278" r:id="rId10"/>
    <p:sldId id="277" r:id="rId11"/>
    <p:sldId id="264" r:id="rId12"/>
    <p:sldId id="262" r:id="rId13"/>
    <p:sldId id="280" r:id="rId14"/>
    <p:sldId id="281" r:id="rId15"/>
    <p:sldId id="271" r:id="rId16"/>
    <p:sldId id="272" r:id="rId17"/>
    <p:sldId id="273" r:id="rId18"/>
    <p:sldId id="284" r:id="rId19"/>
    <p:sldId id="288" r:id="rId20"/>
    <p:sldId id="282" r:id="rId21"/>
    <p:sldId id="283" r:id="rId22"/>
    <p:sldId id="287" r:id="rId23"/>
    <p:sldId id="285" r:id="rId24"/>
    <p:sldId id="286" r:id="rId25"/>
    <p:sldId id="25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63"/>
            <p14:sldId id="256"/>
          </p14:sldIdLst>
        </p14:section>
        <p14:section name="Model Deployment" id="{4FFEF0E2-5833-4089-8860-99F4B2E194C0}">
          <p14:sldIdLst>
            <p14:sldId id="259"/>
          </p14:sldIdLst>
        </p14:section>
        <p14:section name="Agent Deployment" id="{D332562B-3ADB-4CCE-A1B8-55DF9B490E3B}">
          <p14:sldIdLst>
            <p14:sldId id="268"/>
            <p14:sldId id="261"/>
            <p14:sldId id="275"/>
          </p14:sldIdLst>
        </p14:section>
        <p14:section name="Knowledge Bases" id="{06E034E2-AFC7-4A28-B1B0-B4E2903C9A55}">
          <p14:sldIdLst>
            <p14:sldId id="279"/>
            <p14:sldId id="278"/>
            <p14:sldId id="277"/>
            <p14:sldId id="264"/>
            <p14:sldId id="262"/>
          </p14:sldIdLst>
        </p14:section>
        <p14:section name="Fine-Tuning" id="{0654DAA0-6DAF-4D93-901D-DE1F25DE20A5}">
          <p14:sldIdLst/>
        </p14:section>
        <p14:section name="Workflows" id="{F124E500-37B7-4919-B26F-2DBCF3957E81}">
          <p14:sldIdLst>
            <p14:sldId id="280"/>
          </p14:sldIdLst>
        </p14:section>
        <p14:section name="Governance" id="{038CE4AA-62CD-47A2-8E40-F6F0DFCCB854}">
          <p14:sldIdLst>
            <p14:sldId id="281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Conclusion" id="{02F95322-1659-4331-9A74-3CC42BA10F6A}">
          <p14:sldIdLst>
            <p14:sldId id="284"/>
            <p14:sldId id="288"/>
            <p14:sldId id="282"/>
            <p14:sldId id="283"/>
            <p14:sldId id="287"/>
            <p14:sldId id="285"/>
            <p14:sldId id="286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E5F1F8"/>
    <a:srgbClr val="FF99CC"/>
    <a:srgbClr val="B2D4EB"/>
    <a:srgbClr val="B0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 varScale="1">
        <p:scale>
          <a:sx n="97" d="100"/>
          <a:sy n="97" d="100"/>
        </p:scale>
        <p:origin x="1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57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30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6.svg"/><Relationship Id="rId3" Type="http://schemas.openxmlformats.org/officeDocument/2006/relationships/image" Target="../media/image7.png"/><Relationship Id="rId7" Type="http://schemas.openxmlformats.org/officeDocument/2006/relationships/image" Target="../media/image36.svg"/><Relationship Id="rId12" Type="http://schemas.openxmlformats.org/officeDocument/2006/relationships/image" Target="../media/image42.emf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11" Type="http://schemas.openxmlformats.org/officeDocument/2006/relationships/image" Target="../media/image41.emf"/><Relationship Id="rId5" Type="http://schemas.openxmlformats.org/officeDocument/2006/relationships/image" Target="../media/image39.emf"/><Relationship Id="rId10" Type="http://schemas.openxmlformats.org/officeDocument/2006/relationships/image" Target="../media/image33.svg"/><Relationship Id="rId4" Type="http://schemas.openxmlformats.org/officeDocument/2006/relationships/image" Target="../media/image38.emf"/><Relationship Id="rId9" Type="http://schemas.openxmlformats.org/officeDocument/2006/relationships/image" Target="../media/image32.svg"/><Relationship Id="rId14" Type="http://schemas.openxmlformats.org/officeDocument/2006/relationships/image" Target="../media/image4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A3A7F-8A00-3FD3-FFE6-7E3EBB9335E7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1-1</a:t>
            </a:r>
          </a:p>
        </p:txBody>
      </p: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1BF109E-F956-F700-8B55-679E14245C6E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1-2</a:t>
            </a:r>
          </a:p>
        </p:txBody>
      </p: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3953866-DF7A-82A8-F921-79EC84B43C1B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1-15</a:t>
            </a:r>
          </a:p>
        </p:txBody>
      </p:sp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3797748-6265-61B6-0F95-B39EB3429FD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3-1</a:t>
            </a:r>
          </a:p>
        </p:txBody>
      </p: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BB4F672-0B39-E992-BD59-64D6554E919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3-22</a:t>
            </a:r>
          </a:p>
        </p:txBody>
      </p: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FEB4EB-DF77-D9EF-399F-52F26A0549DC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3-23</a:t>
            </a: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2134174" y="2258304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2384501" y="2073639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5114864" y="3561767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8724350" y="3561766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7802" y="2536929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827802" y="3591901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27802" y="4646873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2782264" y="3124698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2714489" y="4244075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2939709" y="523179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248791" y="2076212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7355087" y="2608123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5946542" y="2259519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5786948" y="2411942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8093203" y="2260500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8595146" y="2411941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4207233" y="3995214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6459032" y="3995213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7064302" y="3808416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6896915" y="4177748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82FE4-395B-AE6B-B150-A3DC9BB90378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4-1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91941B76-615F-8664-AF7D-694D68CAABF6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4-2</a:t>
            </a:r>
          </a:p>
        </p:txBody>
      </p: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7423DA0-946E-67F4-FCEF-50BDC77090CF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4-3</a:t>
            </a:r>
          </a:p>
        </p:txBody>
      </p: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CD600-8F91-A095-9CA5-51BAA1E8E1D3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4-4</a:t>
            </a:r>
          </a:p>
        </p:txBody>
      </p: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D86B7ADE-113D-100F-BA42-8F6C375A73AA}"/>
              </a:ext>
            </a:extLst>
          </p:cNvPr>
          <p:cNvSpPr/>
          <p:nvPr/>
        </p:nvSpPr>
        <p:spPr>
          <a:xfrm>
            <a:off x="0" y="-1"/>
            <a:ext cx="914400" cy="8083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USED</a:t>
            </a:r>
          </a:p>
        </p:txBody>
      </p:sp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6D122C1-1147-DCC3-BD21-0AE526EA4891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6-1</a:t>
            </a:r>
          </a:p>
        </p:txBody>
      </p: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D4AA8B6-67EA-7345-4DFA-834450273880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7-4</a:t>
            </a:r>
          </a:p>
        </p:txBody>
      </p: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CBC06A42-2DD9-87C5-9A53-480354513ACA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8-1</a:t>
            </a:r>
          </a:p>
        </p:txBody>
      </p:sp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828C9-C823-99B4-D422-552FE04ADBF5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8-2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13A9879-D500-AB3A-AA52-F0BC304BE1B3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8-8</a:t>
            </a:r>
          </a:p>
        </p:txBody>
      </p: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2929777" y="3665060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2929777" y="160240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9222" y="1605404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4983" y="1605404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7654" y="1605404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4603074" y="21901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3104635" y="1692330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6721893" y="2190170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8572934" y="2190170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4341210" y="372641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5223454" y="1948304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7400783" y="1948304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6356900" y="2801367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8666922" y="772571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9222" y="4646778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4983" y="4646778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7654" y="4646778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4603074" y="5231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3104635" y="5125843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6721893" y="5231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8572934" y="5231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4341210" y="3813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5223454" y="4989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7400783" y="4989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6356900" y="5842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8666922" y="3813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9AFF17-C339-82F5-7CF8-6F1C45CC5362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roup 97">
            <a:extLst>
              <a:ext uri="{FF2B5EF4-FFF2-40B4-BE49-F238E27FC236}">
                <a16:creationId xmlns:a16="http://schemas.microsoft.com/office/drawing/2014/main" id="{C3905C4A-52FE-EFEC-35B2-C0A040F7D3B9}"/>
              </a:ext>
            </a:extLst>
          </p:cNvPr>
          <p:cNvGrpSpPr/>
          <p:nvPr/>
        </p:nvGrpSpPr>
        <p:grpSpPr>
          <a:xfrm>
            <a:off x="466409" y="826748"/>
            <a:ext cx="3871573" cy="1960546"/>
            <a:chOff x="466409" y="826748"/>
            <a:chExt cx="3871573" cy="19605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59C68B-C90E-5F85-9CBB-7F60D2AEFFEA}"/>
                </a:ext>
              </a:extLst>
            </p:cNvPr>
            <p:cNvSpPr txBox="1"/>
            <p:nvPr/>
          </p:nvSpPr>
          <p:spPr>
            <a:xfrm>
              <a:off x="466409" y="2202519"/>
              <a:ext cx="387157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Entities (nodes) are discreet objects of a domain.</a:t>
              </a:r>
            </a:p>
            <a:p>
              <a:pPr algn="ctr"/>
              <a:r>
                <a:rPr lang="en-US" sz="1600" dirty="0"/>
                <a:t>Related entities are connected by relations (edges).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A39D191-8C57-9B6C-3D42-C9AAA9B42F08}"/>
                </a:ext>
              </a:extLst>
            </p:cNvPr>
            <p:cNvGrpSpPr/>
            <p:nvPr/>
          </p:nvGrpSpPr>
          <p:grpSpPr>
            <a:xfrm>
              <a:off x="1237362" y="826748"/>
              <a:ext cx="2329668" cy="1243105"/>
              <a:chOff x="1237362" y="826748"/>
              <a:chExt cx="2329668" cy="124310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F9E5F438-B07E-D480-845F-155604B0225A}"/>
                  </a:ext>
                </a:extLst>
              </p:cNvPr>
              <p:cNvSpPr/>
              <p:nvPr/>
            </p:nvSpPr>
            <p:spPr>
              <a:xfrm>
                <a:off x="1237362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E0D9A4FE-6DFE-AF9A-1A54-807583007E92}"/>
                  </a:ext>
                </a:extLst>
              </p:cNvPr>
              <p:cNvSpPr/>
              <p:nvPr/>
            </p:nvSpPr>
            <p:spPr>
              <a:xfrm>
                <a:off x="2463188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6FE7779F-6B52-1035-4E07-02F2E33F92AB}"/>
                  </a:ext>
                </a:extLst>
              </p:cNvPr>
              <p:cNvSpPr/>
              <p:nvPr/>
            </p:nvSpPr>
            <p:spPr>
              <a:xfrm>
                <a:off x="1850275" y="1515864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88F4611C-64F1-B23C-3670-8007B55BE062}"/>
                  </a:ext>
                </a:extLst>
              </p:cNvPr>
              <p:cNvCxnSpPr>
                <a:cxnSpLocks/>
                <a:stCxn id="2" idx="3"/>
                <a:endCxn id="3" idx="1"/>
              </p:cNvCxnSpPr>
              <p:nvPr/>
            </p:nvCxnSpPr>
            <p:spPr>
              <a:xfrm>
                <a:off x="2341204" y="1103743"/>
                <a:ext cx="1219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925C8F6-E9C1-80C0-8AE4-6C11624A53D6}"/>
              </a:ext>
            </a:extLst>
          </p:cNvPr>
          <p:cNvGrpSpPr/>
          <p:nvPr/>
        </p:nvGrpSpPr>
        <p:grpSpPr>
          <a:xfrm>
            <a:off x="4830328" y="1731830"/>
            <a:ext cx="5028058" cy="2832801"/>
            <a:chOff x="5258862" y="1539300"/>
            <a:chExt cx="5028058" cy="28328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FC39B4-1A4B-4AD8-1212-F4B59FEC7EAC}"/>
                </a:ext>
              </a:extLst>
            </p:cNvPr>
            <p:cNvSpPr txBox="1"/>
            <p:nvPr/>
          </p:nvSpPr>
          <p:spPr>
            <a:xfrm>
              <a:off x="6234759" y="3541104"/>
              <a:ext cx="307448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Communities can be arranged hierarchically to represent high-level themes and topic-specific details.</a:t>
              </a:r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4E92CB3D-AD7E-F3E7-A441-189A03EBCCAB}"/>
                </a:ext>
              </a:extLst>
            </p:cNvPr>
            <p:cNvGrpSpPr/>
            <p:nvPr/>
          </p:nvGrpSpPr>
          <p:grpSpPr>
            <a:xfrm>
              <a:off x="5258862" y="1539300"/>
              <a:ext cx="5028058" cy="1916134"/>
              <a:chOff x="5792518" y="827066"/>
              <a:chExt cx="5028058" cy="1916134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FFFBBF61-7DDF-FC44-7FA4-832D8D1FEAFF}"/>
                  </a:ext>
                </a:extLst>
              </p:cNvPr>
              <p:cNvSpPr/>
              <p:nvPr/>
            </p:nvSpPr>
            <p:spPr>
              <a:xfrm>
                <a:off x="5792518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42544567-902F-3329-0F6D-8A8DF91822AF}"/>
                  </a:ext>
                </a:extLst>
              </p:cNvPr>
              <p:cNvSpPr/>
              <p:nvPr/>
            </p:nvSpPr>
            <p:spPr>
              <a:xfrm>
                <a:off x="6180837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1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93E20573-752C-B95B-D974-22430F1835B5}"/>
                  </a:ext>
                </a:extLst>
              </p:cNvPr>
              <p:cNvSpPr/>
              <p:nvPr/>
            </p:nvSpPr>
            <p:spPr>
              <a:xfrm>
                <a:off x="7517286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E4B230D0-0FC3-36A7-4E6A-C12697EC4573}"/>
                  </a:ext>
                </a:extLst>
              </p:cNvPr>
              <p:cNvSpPr/>
              <p:nvPr/>
            </p:nvSpPr>
            <p:spPr>
              <a:xfrm>
                <a:off x="7905605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2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00FA9DBB-5291-76B0-76C4-6B9213AF5E7F}"/>
                  </a:ext>
                </a:extLst>
              </p:cNvPr>
              <p:cNvSpPr/>
              <p:nvPr/>
            </p:nvSpPr>
            <p:spPr>
              <a:xfrm>
                <a:off x="9243832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3E7C5C83-E306-8FE4-8606-F71EE65FF899}"/>
                  </a:ext>
                </a:extLst>
              </p:cNvPr>
              <p:cNvSpPr/>
              <p:nvPr/>
            </p:nvSpPr>
            <p:spPr>
              <a:xfrm>
                <a:off x="9632151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3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06575B38-9C6C-1486-0C8B-62F09B16C150}"/>
                  </a:ext>
                </a:extLst>
              </p:cNvPr>
              <p:cNvSpPr/>
              <p:nvPr/>
            </p:nvSpPr>
            <p:spPr>
              <a:xfrm>
                <a:off x="5940542" y="1806958"/>
                <a:ext cx="1280696" cy="226686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Root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66FACC5-11C2-AC41-BDFA-5C030BBB9D67}"/>
                  </a:ext>
                </a:extLst>
              </p:cNvPr>
              <p:cNvSpPr/>
              <p:nvPr/>
            </p:nvSpPr>
            <p:spPr>
              <a:xfrm>
                <a:off x="7665309" y="1580272"/>
                <a:ext cx="1280696" cy="2266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6CEC94C4-8685-B9DC-83AB-9C0F3C38510D}"/>
                  </a:ext>
                </a:extLst>
              </p:cNvPr>
              <p:cNvSpPr/>
              <p:nvPr/>
            </p:nvSpPr>
            <p:spPr>
              <a:xfrm>
                <a:off x="9391855" y="1348979"/>
                <a:ext cx="1280696" cy="226686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FA27E68D-70D4-C0BD-337E-13BC2FD9BC6F}"/>
                  </a:ext>
                </a:extLst>
              </p:cNvPr>
              <p:cNvSpPr/>
              <p:nvPr/>
            </p:nvSpPr>
            <p:spPr>
              <a:xfrm>
                <a:off x="9391855" y="1811615"/>
                <a:ext cx="1280696" cy="2266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1.2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E30C314-A410-B194-8704-D1C425D60296}"/>
                  </a:ext>
                </a:extLst>
              </p:cNvPr>
              <p:cNvSpPr/>
              <p:nvPr/>
            </p:nvSpPr>
            <p:spPr>
              <a:xfrm>
                <a:off x="9391855" y="2259104"/>
                <a:ext cx="1280696" cy="226686"/>
              </a:xfrm>
              <a:prstGeom prst="roundRect">
                <a:avLst/>
              </a:prstGeom>
              <a:solidFill>
                <a:srgbClr val="FF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2.1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05D092DB-EEB9-F127-066A-67876989D59F}"/>
                  </a:ext>
                </a:extLst>
              </p:cNvPr>
              <p:cNvSpPr/>
              <p:nvPr/>
            </p:nvSpPr>
            <p:spPr>
              <a:xfrm>
                <a:off x="7665309" y="2032418"/>
                <a:ext cx="1280696" cy="226686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6675AF36-471E-2F8A-26CD-2444BC94DE47}"/>
                  </a:ext>
                </a:extLst>
              </p:cNvPr>
              <p:cNvCxnSpPr>
                <a:cxnSpLocks/>
                <a:stCxn id="18" idx="3"/>
                <a:endCxn id="23" idx="1"/>
              </p:cNvCxnSpPr>
              <p:nvPr/>
            </p:nvCxnSpPr>
            <p:spPr>
              <a:xfrm>
                <a:off x="7221238" y="1920301"/>
                <a:ext cx="444071" cy="22546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AE7F9BDD-66CA-B662-5F13-25D0B3B5E62F}"/>
                  </a:ext>
                </a:extLst>
              </p:cNvPr>
              <p:cNvCxnSpPr>
                <a:cxnSpLocks/>
                <a:stCxn id="18" idx="3"/>
                <a:endCxn id="19" idx="1"/>
              </p:cNvCxnSpPr>
              <p:nvPr/>
            </p:nvCxnSpPr>
            <p:spPr>
              <a:xfrm flipV="1">
                <a:off x="7221238" y="1693615"/>
                <a:ext cx="444071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nector: Elbow 37">
                <a:extLst>
                  <a:ext uri="{FF2B5EF4-FFF2-40B4-BE49-F238E27FC236}">
                    <a16:creationId xmlns:a16="http://schemas.microsoft.com/office/drawing/2014/main" id="{DC7F0B46-76F0-AD11-D77D-A759857BFE28}"/>
                  </a:ext>
                </a:extLst>
              </p:cNvPr>
              <p:cNvCxnSpPr>
                <a:cxnSpLocks/>
                <a:stCxn id="19" idx="3"/>
                <a:endCxn id="20" idx="1"/>
              </p:cNvCxnSpPr>
              <p:nvPr/>
            </p:nvCxnSpPr>
            <p:spPr>
              <a:xfrm flipV="1">
                <a:off x="8946005" y="1462322"/>
                <a:ext cx="445850" cy="23129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952037B5-BF53-1EFD-EDE4-404E4462D4B4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>
                <a:off x="8946005" y="1693615"/>
                <a:ext cx="445850" cy="23134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nector: Elbow 55">
                <a:extLst>
                  <a:ext uri="{FF2B5EF4-FFF2-40B4-BE49-F238E27FC236}">
                    <a16:creationId xmlns:a16="http://schemas.microsoft.com/office/drawing/2014/main" id="{1A584B3E-9A5D-7610-8685-7D9FEC20831C}"/>
                  </a:ext>
                </a:extLst>
              </p:cNvPr>
              <p:cNvCxnSpPr>
                <a:cxnSpLocks/>
                <a:stCxn id="23" idx="3"/>
                <a:endCxn id="22" idx="1"/>
              </p:cNvCxnSpPr>
              <p:nvPr/>
            </p:nvCxnSpPr>
            <p:spPr>
              <a:xfrm>
                <a:off x="8946005" y="2145761"/>
                <a:ext cx="445850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4FBFBD3-DFAD-7D9D-C99A-7663B1AC1CF8}"/>
              </a:ext>
            </a:extLst>
          </p:cNvPr>
          <p:cNvGrpSpPr/>
          <p:nvPr/>
        </p:nvGrpSpPr>
        <p:grpSpPr>
          <a:xfrm>
            <a:off x="928650" y="3160703"/>
            <a:ext cx="2947090" cy="2350710"/>
            <a:chOff x="928650" y="3160703"/>
            <a:chExt cx="2947090" cy="235071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3FEF22-CC14-5794-53FE-818DDC260305}"/>
                </a:ext>
              </a:extLst>
            </p:cNvPr>
            <p:cNvSpPr txBox="1"/>
            <p:nvPr/>
          </p:nvSpPr>
          <p:spPr>
            <a:xfrm>
              <a:off x="928650" y="5172859"/>
              <a:ext cx="29470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Connected entities form communities.</a:t>
              </a: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9D1F65B-EC8F-836E-67C9-72AE5D109090}"/>
                </a:ext>
              </a:extLst>
            </p:cNvPr>
            <p:cNvGrpSpPr/>
            <p:nvPr/>
          </p:nvGrpSpPr>
          <p:grpSpPr>
            <a:xfrm>
              <a:off x="938218" y="3160703"/>
              <a:ext cx="2917652" cy="1815086"/>
              <a:chOff x="527401" y="3337004"/>
              <a:chExt cx="2917652" cy="1815086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F6C99AB-F128-8C3E-231F-D7A9C7DB780B}"/>
                  </a:ext>
                </a:extLst>
              </p:cNvPr>
              <p:cNvSpPr/>
              <p:nvPr/>
            </p:nvSpPr>
            <p:spPr>
              <a:xfrm>
                <a:off x="1232931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C6014CF1-E462-AB7A-7190-F12C68ED41FD}"/>
                  </a:ext>
                </a:extLst>
              </p:cNvPr>
              <p:cNvSpPr/>
              <p:nvPr/>
            </p:nvSpPr>
            <p:spPr>
              <a:xfrm>
                <a:off x="1232931" y="3846012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99DF6471-0482-AE5D-D696-0E231C140A38}"/>
                  </a:ext>
                </a:extLst>
              </p:cNvPr>
              <p:cNvSpPr/>
              <p:nvPr/>
            </p:nvSpPr>
            <p:spPr>
              <a:xfrm>
                <a:off x="2266840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25CADCA9-CE8F-8402-F532-920DCE4376E3}"/>
                  </a:ext>
                </a:extLst>
              </p:cNvPr>
              <p:cNvSpPr/>
              <p:nvPr/>
            </p:nvSpPr>
            <p:spPr>
              <a:xfrm>
                <a:off x="2585165" y="3846012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4</a:t>
                </a:r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B3537780-3C59-5EAC-1E9A-FCA0D75851F1}"/>
                  </a:ext>
                </a:extLst>
              </p:cNvPr>
              <p:cNvSpPr/>
              <p:nvPr/>
            </p:nvSpPr>
            <p:spPr>
              <a:xfrm>
                <a:off x="2585165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5</a:t>
                </a: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1AA1347C-046D-2E47-1F58-287BDD126DE1}"/>
                  </a:ext>
                </a:extLst>
              </p:cNvPr>
              <p:cNvSpPr/>
              <p:nvPr/>
            </p:nvSpPr>
            <p:spPr>
              <a:xfrm>
                <a:off x="1542308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6</a:t>
                </a: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04D1F536-081B-7985-A3C9-95B0716BE3A6}"/>
                  </a:ext>
                </a:extLst>
              </p:cNvPr>
              <p:cNvSpPr/>
              <p:nvPr/>
            </p:nvSpPr>
            <p:spPr>
              <a:xfrm>
                <a:off x="2585165" y="4813536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7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E368E3B2-4ABF-B0DE-4D50-8EE5889DAD62}"/>
                  </a:ext>
                </a:extLst>
              </p:cNvPr>
              <p:cNvCxnSpPr>
                <a:cxnSpLocks/>
                <a:stCxn id="8" idx="3"/>
                <a:endCxn id="62" idx="1"/>
              </p:cNvCxnSpPr>
              <p:nvPr/>
            </p:nvCxnSpPr>
            <p:spPr>
              <a:xfrm>
                <a:off x="2092819" y="3506281"/>
                <a:ext cx="174021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98A80F9E-737A-D2C3-67A8-31DC5437053A}"/>
                  </a:ext>
                </a:extLst>
              </p:cNvPr>
              <p:cNvCxnSpPr>
                <a:cxnSpLocks/>
                <a:stCxn id="61" idx="0"/>
                <a:endCxn id="8" idx="2"/>
              </p:cNvCxnSpPr>
              <p:nvPr/>
            </p:nvCxnSpPr>
            <p:spPr>
              <a:xfrm flipV="1">
                <a:off x="1662875" y="3675558"/>
                <a:ext cx="0" cy="17045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392FF705-C7A7-96C5-D94A-9271BEBA744E}"/>
                  </a:ext>
                </a:extLst>
              </p:cNvPr>
              <p:cNvCxnSpPr>
                <a:cxnSpLocks/>
                <a:stCxn id="65" idx="3"/>
                <a:endCxn id="64" idx="1"/>
              </p:cNvCxnSpPr>
              <p:nvPr/>
            </p:nvCxnSpPr>
            <p:spPr>
              <a:xfrm>
                <a:off x="2402196" y="4499051"/>
                <a:ext cx="18296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74A98A24-728B-02A8-6883-620DFAC159C5}"/>
                  </a:ext>
                </a:extLst>
              </p:cNvPr>
              <p:cNvCxnSpPr>
                <a:cxnSpLocks/>
                <a:stCxn id="64" idx="0"/>
                <a:endCxn id="63" idx="2"/>
              </p:cNvCxnSpPr>
              <p:nvPr/>
            </p:nvCxnSpPr>
            <p:spPr>
              <a:xfrm flipV="1">
                <a:off x="3015109" y="4184566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32A5B46A-162A-A1AE-DADA-D73C3DCD25B8}"/>
                  </a:ext>
                </a:extLst>
              </p:cNvPr>
              <p:cNvCxnSpPr>
                <a:cxnSpLocks/>
                <a:stCxn id="66" idx="0"/>
                <a:endCxn id="64" idx="2"/>
              </p:cNvCxnSpPr>
              <p:nvPr/>
            </p:nvCxnSpPr>
            <p:spPr>
              <a:xfrm flipV="1">
                <a:off x="3015109" y="4668328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60EAE82E-C331-A931-07CE-22A3D52623FC}"/>
                  </a:ext>
                </a:extLst>
              </p:cNvPr>
              <p:cNvSpPr/>
              <p:nvPr/>
            </p:nvSpPr>
            <p:spPr>
              <a:xfrm>
                <a:off x="1359339" y="4813536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8</a:t>
                </a:r>
              </a:p>
            </p:txBody>
          </p:sp>
          <p:sp>
            <p:nvSpPr>
              <p:cNvPr id="85" name="Rectangle: Rounded Corners 84">
                <a:extLst>
                  <a:ext uri="{FF2B5EF4-FFF2-40B4-BE49-F238E27FC236}">
                    <a16:creationId xmlns:a16="http://schemas.microsoft.com/office/drawing/2014/main" id="{4FF4A86C-AE6B-95AD-AADC-765C53F50312}"/>
                  </a:ext>
                </a:extLst>
              </p:cNvPr>
              <p:cNvSpPr/>
              <p:nvPr/>
            </p:nvSpPr>
            <p:spPr>
              <a:xfrm>
                <a:off x="527401" y="4329774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9</a:t>
                </a:r>
              </a:p>
            </p:txBody>
          </p:sp>
          <p:cxnSp>
            <p:nvCxnSpPr>
              <p:cNvPr id="86" name="Connector: Elbow 85">
                <a:extLst>
                  <a:ext uri="{FF2B5EF4-FFF2-40B4-BE49-F238E27FC236}">
                    <a16:creationId xmlns:a16="http://schemas.microsoft.com/office/drawing/2014/main" id="{9F700CED-1C1E-A8D7-EA8F-D6D5CF4E141B}"/>
                  </a:ext>
                </a:extLst>
              </p:cNvPr>
              <p:cNvCxnSpPr>
                <a:cxnSpLocks/>
                <a:stCxn id="85" idx="2"/>
                <a:endCxn id="84" idx="1"/>
              </p:cNvCxnSpPr>
              <p:nvPr/>
            </p:nvCxnSpPr>
            <p:spPr>
              <a:xfrm rot="16200000" flipH="1">
                <a:off x="1001100" y="4624573"/>
                <a:ext cx="314485" cy="401994"/>
              </a:xfrm>
              <a:prstGeom prst="bentConnector2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5EA859D-7301-2E48-C352-BBD21AC0BC7B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9-11</a:t>
            </a:r>
          </a:p>
        </p:txBody>
      </p:sp>
    </p:spTree>
    <p:extLst>
      <p:ext uri="{BB962C8B-B14F-4D97-AF65-F5344CB8AC3E}">
        <p14:creationId xmlns:p14="http://schemas.microsoft.com/office/powerpoint/2010/main" val="1493282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B8AE7E7-3A5A-205F-A08E-190AE0BFDDA1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9-14</a:t>
            </a:r>
          </a:p>
        </p:txBody>
      </p: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FC4E9BA-F967-9A07-9EF8-58A32D77F874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9-15</a:t>
            </a:r>
          </a:p>
        </p:txBody>
      </p: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66B8ABE-2B67-AC7D-6923-61C571035515}"/>
              </a:ext>
            </a:extLst>
          </p:cNvPr>
          <p:cNvSpPr/>
          <p:nvPr/>
        </p:nvSpPr>
        <p:spPr>
          <a:xfrm>
            <a:off x="1846669" y="1616765"/>
            <a:ext cx="7787661" cy="2908853"/>
          </a:xfrm>
          <a:prstGeom prst="roundRect">
            <a:avLst>
              <a:gd name="adj" fmla="val 9140"/>
            </a:avLst>
          </a:prstGeom>
          <a:solidFill>
            <a:srgbClr val="B2D4EB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532458-BFDC-B07D-0222-85A17E657629}"/>
              </a:ext>
            </a:extLst>
          </p:cNvPr>
          <p:cNvSpPr/>
          <p:nvPr/>
        </p:nvSpPr>
        <p:spPr>
          <a:xfrm>
            <a:off x="5546035" y="1981200"/>
            <a:ext cx="4300070" cy="4658139"/>
          </a:xfrm>
          <a:prstGeom prst="roundRect">
            <a:avLst>
              <a:gd name="adj" fmla="val 5234"/>
            </a:avLst>
          </a:prstGeom>
          <a:solidFill>
            <a:srgbClr val="FF99CC">
              <a:alpha val="50196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9200CC-ABCB-F660-9889-A654C5A493AD}"/>
              </a:ext>
            </a:extLst>
          </p:cNvPr>
          <p:cNvGrpSpPr/>
          <p:nvPr/>
        </p:nvGrpSpPr>
        <p:grpSpPr>
          <a:xfrm>
            <a:off x="5795275" y="2197807"/>
            <a:ext cx="1619316" cy="965109"/>
            <a:chOff x="5795275" y="2372220"/>
            <a:chExt cx="1619316" cy="965109"/>
          </a:xfrm>
        </p:grpSpPr>
        <p:pic>
          <p:nvPicPr>
            <p:cNvPr id="2" name="Picture 4">
              <a:extLst>
                <a:ext uri="{FF2B5EF4-FFF2-40B4-BE49-F238E27FC236}">
                  <a16:creationId xmlns:a16="http://schemas.microsoft.com/office/drawing/2014/main" id="{C4B6F66F-F134-577E-D9A3-9F4AE662DD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2372220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3E8FB6-BD07-7C70-4F97-87F4182AA23A}"/>
                </a:ext>
              </a:extLst>
            </p:cNvPr>
            <p:cNvSpPr txBox="1"/>
            <p:nvPr/>
          </p:nvSpPr>
          <p:spPr>
            <a:xfrm>
              <a:off x="5795275" y="299877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F4A9C0-B188-0AC9-C825-2CFD10E6AA69}"/>
              </a:ext>
            </a:extLst>
          </p:cNvPr>
          <p:cNvGrpSpPr/>
          <p:nvPr/>
        </p:nvGrpSpPr>
        <p:grpSpPr>
          <a:xfrm>
            <a:off x="5813927" y="3376020"/>
            <a:ext cx="1619316" cy="965109"/>
            <a:chOff x="5795275" y="3520672"/>
            <a:chExt cx="1619316" cy="9651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670C6B-0034-D45C-3CD3-1611D245F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3520672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20AAFF-8E16-117F-1E79-66AFC254A79D}"/>
                </a:ext>
              </a:extLst>
            </p:cNvPr>
            <p:cNvSpPr txBox="1"/>
            <p:nvPr/>
          </p:nvSpPr>
          <p:spPr>
            <a:xfrm>
              <a:off x="5795275" y="4147227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2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F49BB0-EFDD-818F-030E-AA903BBBA84F}"/>
              </a:ext>
            </a:extLst>
          </p:cNvPr>
          <p:cNvSpPr/>
          <p:nvPr/>
        </p:nvSpPr>
        <p:spPr>
          <a:xfrm>
            <a:off x="7663831" y="2367083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Connections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E1DE3B-9DF7-2463-46AD-7F077C353A0D}"/>
              </a:ext>
            </a:extLst>
          </p:cNvPr>
          <p:cNvSpPr/>
          <p:nvPr/>
        </p:nvSpPr>
        <p:spPr>
          <a:xfrm>
            <a:off x="7701135" y="3520671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Deployments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CC971B-2964-BC31-ADF8-6E40B1867783}"/>
              </a:ext>
            </a:extLst>
          </p:cNvPr>
          <p:cNvSpPr/>
          <p:nvPr/>
        </p:nvSpPr>
        <p:spPr>
          <a:xfrm>
            <a:off x="7701135" y="4669123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AF7B14-9580-BEEA-DB52-19C266F7F4C7}"/>
              </a:ext>
            </a:extLst>
          </p:cNvPr>
          <p:cNvSpPr/>
          <p:nvPr/>
        </p:nvSpPr>
        <p:spPr>
          <a:xfrm>
            <a:off x="7701135" y="5650866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Evaluations</a:t>
            </a:r>
            <a:endParaRPr lang="en-US" i="1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ED85371-8B51-CFF3-1FE0-265C42598090}"/>
              </a:ext>
            </a:extLst>
          </p:cNvPr>
          <p:cNvGrpSpPr/>
          <p:nvPr/>
        </p:nvGrpSpPr>
        <p:grpSpPr>
          <a:xfrm>
            <a:off x="3568720" y="2168184"/>
            <a:ext cx="1619316" cy="1024354"/>
            <a:chOff x="3456299" y="1815962"/>
            <a:chExt cx="1619316" cy="1024354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1D15C520-2A59-A612-7125-A2143C0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3057" y="1815962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8B6378-6E50-AFF7-1343-C163470BBC1B}"/>
                </a:ext>
              </a:extLst>
            </p:cNvPr>
            <p:cNvSpPr txBox="1"/>
            <p:nvPr/>
          </p:nvSpPr>
          <p:spPr>
            <a:xfrm>
              <a:off x="3456299" y="2501762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Resource Group</a:t>
              </a:r>
            </a:p>
          </p:txBody>
        </p:sp>
      </p:grp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7CE8FD5-6872-1BC2-110D-1C7344092C1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 rot="16200000" flipH="1">
            <a:off x="6841724" y="4122990"/>
            <a:ext cx="641272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2443EE5-4BDC-6790-A62C-D0CD27DC3092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 rot="16200000" flipH="1">
            <a:off x="6350853" y="4613861"/>
            <a:ext cx="1623015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AE83465-FA3A-3E3A-2550-D52B687C70B3}"/>
              </a:ext>
            </a:extLst>
          </p:cNvPr>
          <p:cNvGrpSpPr/>
          <p:nvPr/>
        </p:nvGrpSpPr>
        <p:grpSpPr>
          <a:xfrm>
            <a:off x="1955050" y="2113286"/>
            <a:ext cx="1619316" cy="1049630"/>
            <a:chOff x="1187691" y="2307839"/>
            <a:chExt cx="1619316" cy="1049630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C6693CC7-0634-1865-F061-9CCBC05D57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0095" y="2307839"/>
              <a:ext cx="685800" cy="6858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8BEB24-990C-9757-0671-D3DFE71C8EBE}"/>
                </a:ext>
              </a:extLst>
            </p:cNvPr>
            <p:cNvSpPr txBox="1"/>
            <p:nvPr/>
          </p:nvSpPr>
          <p:spPr>
            <a:xfrm>
              <a:off x="1187691" y="301891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Subscription</a:t>
              </a:r>
            </a:p>
          </p:txBody>
        </p:sp>
      </p:grp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C386FB1-1774-DC5D-3765-16DF8A302B9D}"/>
              </a:ext>
            </a:extLst>
          </p:cNvPr>
          <p:cNvCxnSpPr>
            <a:cxnSpLocks/>
            <a:stCxn id="17" idx="2"/>
            <a:endCxn id="5" idx="1"/>
          </p:cNvCxnSpPr>
          <p:nvPr/>
        </p:nvCxnSpPr>
        <p:spPr>
          <a:xfrm rot="16200000" flipH="1">
            <a:off x="5081151" y="2489764"/>
            <a:ext cx="496760" cy="19023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167C6D2-2F35-16D5-66CE-74B05D8B9E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92509" y="2511084"/>
            <a:ext cx="94296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0A9C6B-FC58-53EA-0D44-BC452807C6B9}"/>
              </a:ext>
            </a:extLst>
          </p:cNvPr>
          <p:cNvCxnSpPr>
            <a:cxnSpLocks/>
            <a:stCxn id="16" idx="3"/>
            <a:endCxn id="2" idx="1"/>
          </p:cNvCxnSpPr>
          <p:nvPr/>
        </p:nvCxnSpPr>
        <p:spPr>
          <a:xfrm>
            <a:off x="4721278" y="2511084"/>
            <a:ext cx="154075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259E1EA-D65C-1BDA-9D85-CD408A984AD3}"/>
              </a:ext>
            </a:extLst>
          </p:cNvPr>
          <p:cNvCxnSpPr>
            <a:cxnSpLocks/>
          </p:cNvCxnSpPr>
          <p:nvPr/>
        </p:nvCxnSpPr>
        <p:spPr>
          <a:xfrm>
            <a:off x="679531" y="4596236"/>
            <a:ext cx="93192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CF41F89-FBE4-31C3-21F8-2349601FB996}"/>
              </a:ext>
            </a:extLst>
          </p:cNvPr>
          <p:cNvSpPr txBox="1"/>
          <p:nvPr/>
        </p:nvSpPr>
        <p:spPr>
          <a:xfrm>
            <a:off x="670455" y="4210072"/>
            <a:ext cx="84713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Control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A63B99-8FF9-0529-4512-654151B9E77D}"/>
              </a:ext>
            </a:extLst>
          </p:cNvPr>
          <p:cNvSpPr txBox="1"/>
          <p:nvPr/>
        </p:nvSpPr>
        <p:spPr>
          <a:xfrm>
            <a:off x="661137" y="4615720"/>
            <a:ext cx="8657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Data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7ADF6B-003E-D6A7-9899-01FA53FDA457}"/>
              </a:ext>
            </a:extLst>
          </p:cNvPr>
          <p:cNvGrpSpPr/>
          <p:nvPr/>
        </p:nvGrpSpPr>
        <p:grpSpPr>
          <a:xfrm>
            <a:off x="679531" y="2492529"/>
            <a:ext cx="828988" cy="1157322"/>
            <a:chOff x="331881" y="2824362"/>
            <a:chExt cx="828988" cy="1157322"/>
          </a:xfrm>
        </p:grpSpPr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3D81693-BB64-A497-270E-9A2851ADE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1939B83-E494-1DB5-C3F0-D5B7180AA5A1}"/>
                </a:ext>
              </a:extLst>
            </p:cNvPr>
            <p:cNvSpPr txBox="1"/>
            <p:nvPr/>
          </p:nvSpPr>
          <p:spPr>
            <a:xfrm>
              <a:off x="331881" y="3396909"/>
              <a:ext cx="82898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1</a:t>
              </a:r>
            </a:p>
            <a:p>
              <a:pPr algn="ctr"/>
              <a:r>
                <a:rPr lang="en-US" sz="1600" dirty="0"/>
                <a:t>(Owner)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55BAA03-F96C-39F3-908F-71B7887ADDE8}"/>
              </a:ext>
            </a:extLst>
          </p:cNvPr>
          <p:cNvGrpSpPr/>
          <p:nvPr/>
        </p:nvGrpSpPr>
        <p:grpSpPr>
          <a:xfrm>
            <a:off x="10184996" y="2492529"/>
            <a:ext cx="1585164" cy="1157322"/>
            <a:chOff x="-46207" y="2824362"/>
            <a:chExt cx="1585164" cy="1157322"/>
          </a:xfrm>
        </p:grpSpPr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5F5E7F59-1B23-5351-7FD4-E481C8237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2452159-F863-B515-5DCC-F19F9EBD4C36}"/>
                </a:ext>
              </a:extLst>
            </p:cNvPr>
            <p:cNvSpPr txBox="1"/>
            <p:nvPr/>
          </p:nvSpPr>
          <p:spPr>
            <a:xfrm>
              <a:off x="-46207" y="3396909"/>
              <a:ext cx="158516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2</a:t>
              </a:r>
            </a:p>
            <a:p>
              <a:pPr algn="ctr"/>
              <a:r>
                <a:rPr lang="en-US" sz="1600" dirty="0"/>
                <a:t>(Azure AI Owner)</a:t>
              </a:r>
            </a:p>
          </p:txBody>
        </p:sp>
      </p:grpSp>
      <p:sp>
        <p:nvSpPr>
          <p:cNvPr id="58" name="Left Brace 57">
            <a:extLst>
              <a:ext uri="{FF2B5EF4-FFF2-40B4-BE49-F238E27FC236}">
                <a16:creationId xmlns:a16="http://schemas.microsoft.com/office/drawing/2014/main" id="{D8D78FC8-8AB6-8CAC-38AD-3B0EC572131E}"/>
              </a:ext>
            </a:extLst>
          </p:cNvPr>
          <p:cNvSpPr/>
          <p:nvPr/>
        </p:nvSpPr>
        <p:spPr>
          <a:xfrm>
            <a:off x="1407362" y="1616764"/>
            <a:ext cx="417906" cy="29088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Left Brace 61">
            <a:extLst>
              <a:ext uri="{FF2B5EF4-FFF2-40B4-BE49-F238E27FC236}">
                <a16:creationId xmlns:a16="http://schemas.microsoft.com/office/drawing/2014/main" id="{B88A8D39-724D-212D-169A-1301E4883DC0}"/>
              </a:ext>
            </a:extLst>
          </p:cNvPr>
          <p:cNvSpPr/>
          <p:nvPr/>
        </p:nvSpPr>
        <p:spPr>
          <a:xfrm rot="10800000">
            <a:off x="9980051" y="1981200"/>
            <a:ext cx="417906" cy="4658138"/>
          </a:xfrm>
          <a:prstGeom prst="leftBrace">
            <a:avLst>
              <a:gd name="adj1" fmla="val 8333"/>
              <a:gd name="adj2" fmla="val 7705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117CC3-71B5-0CB3-BDE9-F671305421A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9-13</a:t>
            </a:r>
          </a:p>
        </p:txBody>
      </p:sp>
    </p:spTree>
    <p:extLst>
      <p:ext uri="{BB962C8B-B14F-4D97-AF65-F5344CB8AC3E}">
        <p14:creationId xmlns:p14="http://schemas.microsoft.com/office/powerpoint/2010/main" val="1988697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DA88F6D7-4C9A-4185-3D36-7EB0922EE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3470" y="1708181"/>
            <a:ext cx="685800" cy="685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26C5A85-790B-25A5-93E5-BFC1714EB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3470" y="3522041"/>
            <a:ext cx="685800" cy="685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F2CBAE6-3682-C7A5-095F-B47294275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5557" y="3522041"/>
            <a:ext cx="685800" cy="6858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44DB5A-CC57-F1A8-E429-B66BEEC007AF}"/>
              </a:ext>
            </a:extLst>
          </p:cNvPr>
          <p:cNvSpPr txBox="1"/>
          <p:nvPr/>
        </p:nvSpPr>
        <p:spPr>
          <a:xfrm>
            <a:off x="6659823" y="2473787"/>
            <a:ext cx="99309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Cosmos DB</a:t>
            </a:r>
          </a:p>
          <a:p>
            <a:pPr algn="ctr" defTabSz="914400"/>
            <a:r>
              <a:rPr lang="en-US" sz="1600" dirty="0">
                <a:latin typeface="+mj-lt"/>
              </a:rPr>
              <a:t>(Vector Data)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5D7447-BD22-D2C6-40B9-7995CB109180}"/>
              </a:ext>
            </a:extLst>
          </p:cNvPr>
          <p:cNvSpPr txBox="1"/>
          <p:nvPr/>
        </p:nvSpPr>
        <p:spPr>
          <a:xfrm>
            <a:off x="6475765" y="4207841"/>
            <a:ext cx="136120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AI Search</a:t>
            </a:r>
          </a:p>
          <a:p>
            <a:pPr algn="ctr" defTabSz="914400"/>
            <a:r>
              <a:rPr lang="en-US" sz="1600" dirty="0">
                <a:latin typeface="+mj-lt"/>
              </a:rPr>
              <a:t>(Indexed Content)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88BA5D-AF5C-BD20-022B-994D0191FC68}"/>
              </a:ext>
            </a:extLst>
          </p:cNvPr>
          <p:cNvSpPr txBox="1"/>
          <p:nvPr/>
        </p:nvSpPr>
        <p:spPr>
          <a:xfrm>
            <a:off x="4197584" y="4206755"/>
            <a:ext cx="122174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Storage Account</a:t>
            </a:r>
          </a:p>
          <a:p>
            <a:pPr algn="ctr" defTabSz="914400"/>
            <a:r>
              <a:rPr lang="en-US" sz="1600" dirty="0">
                <a:latin typeface="+mj-lt"/>
              </a:rPr>
              <a:t>(Data Lake)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88F750-AAF4-DA5E-DD5C-8929A68CF8E7}"/>
              </a:ext>
            </a:extLst>
          </p:cNvPr>
          <p:cNvCxnSpPr>
            <a:cxnSpLocks/>
            <a:stCxn id="24" idx="0"/>
            <a:endCxn id="27" idx="2"/>
          </p:cNvCxnSpPr>
          <p:nvPr/>
        </p:nvCxnSpPr>
        <p:spPr>
          <a:xfrm flipH="1" flipV="1">
            <a:off x="7156369" y="2966230"/>
            <a:ext cx="1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8F0C0947-C1EB-B5EF-FD9E-D7EF4D3625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117644" y="3522041"/>
            <a:ext cx="685800" cy="6858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3E140A-36A7-4878-E24B-DCAA226DE6DF}"/>
              </a:ext>
            </a:extLst>
          </p:cNvPr>
          <p:cNvSpPr txBox="1"/>
          <p:nvPr/>
        </p:nvSpPr>
        <p:spPr>
          <a:xfrm>
            <a:off x="1913952" y="4206755"/>
            <a:ext cx="109318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Data Factory</a:t>
            </a:r>
          </a:p>
          <a:p>
            <a:pPr algn="ctr" defTabSz="914400"/>
            <a:r>
              <a:rPr lang="en-US" sz="1600" dirty="0">
                <a:latin typeface="+mj-lt"/>
              </a:rPr>
              <a:t>(ELT Pipelines)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0B14887-F904-9314-8BE7-8163DAC58D11}"/>
              </a:ext>
            </a:extLst>
          </p:cNvPr>
          <p:cNvCxnSpPr>
            <a:cxnSpLocks/>
            <a:stCxn id="33" idx="3"/>
            <a:endCxn id="26" idx="1"/>
          </p:cNvCxnSpPr>
          <p:nvPr/>
        </p:nvCxnSpPr>
        <p:spPr>
          <a:xfrm>
            <a:off x="2803444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477D93D-D115-B266-EB48-15C4DDE59387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5151357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217BDEA-C10B-A321-428F-0C1826880F36}"/>
              </a:ext>
            </a:extLst>
          </p:cNvPr>
          <p:cNvCxnSpPr>
            <a:cxnSpLocks/>
            <a:stCxn id="24" idx="3"/>
            <a:endCxn id="48" idx="1"/>
          </p:cNvCxnSpPr>
          <p:nvPr/>
        </p:nvCxnSpPr>
        <p:spPr>
          <a:xfrm>
            <a:off x="7499270" y="3864941"/>
            <a:ext cx="149933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158D239-5F5F-C9C7-726D-66FD0BA23F18}"/>
              </a:ext>
            </a:extLst>
          </p:cNvPr>
          <p:cNvCxnSpPr>
            <a:cxnSpLocks/>
          </p:cNvCxnSpPr>
          <p:nvPr/>
        </p:nvCxnSpPr>
        <p:spPr>
          <a:xfrm flipV="1">
            <a:off x="9347120" y="2966230"/>
            <a:ext cx="2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700DCB8-4817-4DCD-4A1A-A83089C25977}"/>
              </a:ext>
            </a:extLst>
          </p:cNvPr>
          <p:cNvSpPr txBox="1"/>
          <p:nvPr/>
        </p:nvSpPr>
        <p:spPr>
          <a:xfrm>
            <a:off x="1884489" y="2473787"/>
            <a:ext cx="115211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Enterprise 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381B268-3003-9E19-6433-B1769E5D8438}"/>
              </a:ext>
            </a:extLst>
          </p:cNvPr>
          <p:cNvCxnSpPr>
            <a:cxnSpLocks/>
            <a:stCxn id="39" idx="2"/>
            <a:endCxn id="33" idx="0"/>
          </p:cNvCxnSpPr>
          <p:nvPr/>
        </p:nvCxnSpPr>
        <p:spPr>
          <a:xfrm>
            <a:off x="2460544" y="2720008"/>
            <a:ext cx="0" cy="80203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blue paper with white text&#10;&#10;AI-generated content may be incorrect.">
            <a:extLst>
              <a:ext uri="{FF2B5EF4-FFF2-40B4-BE49-F238E27FC236}">
                <a16:creationId xmlns:a16="http://schemas.microsoft.com/office/drawing/2014/main" id="{78714A7F-3440-9910-18BB-B2A338E0486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rgbClr val="C03BC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644" y="1708181"/>
            <a:ext cx="685800" cy="685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B28493D-0059-A8C8-7A3A-F22A5AB63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4220" y="1787987"/>
            <a:ext cx="685800" cy="6858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13B9753-C103-20D5-C8E5-2E3B09911743}"/>
              </a:ext>
            </a:extLst>
          </p:cNvPr>
          <p:cNvSpPr txBox="1"/>
          <p:nvPr/>
        </p:nvSpPr>
        <p:spPr>
          <a:xfrm>
            <a:off x="8739902" y="2472701"/>
            <a:ext cx="121443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App Service</a:t>
            </a:r>
          </a:p>
          <a:p>
            <a:pPr algn="ctr" defTabSz="914400"/>
            <a:r>
              <a:rPr lang="en-US" sz="1600" dirty="0">
                <a:latin typeface="+mj-lt"/>
              </a:rPr>
              <a:t>(Web Front End)</a:t>
            </a:r>
          </a:p>
        </p:txBody>
      </p:sp>
      <p:pic>
        <p:nvPicPr>
          <p:cNvPr id="48" name="Picture 4">
            <a:extLst>
              <a:ext uri="{FF2B5EF4-FFF2-40B4-BE49-F238E27FC236}">
                <a16:creationId xmlns:a16="http://schemas.microsoft.com/office/drawing/2014/main" id="{846CAA7C-59A7-6ED0-F3C6-FAC25B8B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8607" y="3551663"/>
            <a:ext cx="685800" cy="626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2812E0E-399D-5F4A-E5DE-C3088B2B364D}"/>
              </a:ext>
            </a:extLst>
          </p:cNvPr>
          <p:cNvSpPr txBox="1"/>
          <p:nvPr/>
        </p:nvSpPr>
        <p:spPr>
          <a:xfrm>
            <a:off x="8687482" y="4206754"/>
            <a:ext cx="1308050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Foundry</a:t>
            </a:r>
          </a:p>
          <a:p>
            <a:pPr algn="ctr" defTabSz="914400"/>
            <a:r>
              <a:rPr lang="en-US" sz="1600" dirty="0">
                <a:latin typeface="+mj-lt"/>
              </a:rPr>
              <a:t>(Model Endpoint)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CB1E91-9094-278F-DF65-747BB876B3EF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9-20</a:t>
            </a:r>
          </a:p>
        </p:txBody>
      </p:sp>
    </p:spTree>
    <p:extLst>
      <p:ext uri="{BB962C8B-B14F-4D97-AF65-F5344CB8AC3E}">
        <p14:creationId xmlns:p14="http://schemas.microsoft.com/office/powerpoint/2010/main" val="3284386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B739FE7-2246-5963-2AC5-DF353DF80AF5}"/>
              </a:ext>
            </a:extLst>
          </p:cNvPr>
          <p:cNvSpPr/>
          <p:nvPr/>
        </p:nvSpPr>
        <p:spPr>
          <a:xfrm>
            <a:off x="2232992" y="1325217"/>
            <a:ext cx="8772939" cy="4346714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660B63C-09DD-0672-6A76-9FC031CC40AD}"/>
              </a:ext>
            </a:extLst>
          </p:cNvPr>
          <p:cNvSpPr/>
          <p:nvPr/>
        </p:nvSpPr>
        <p:spPr>
          <a:xfrm>
            <a:off x="2537735" y="2018809"/>
            <a:ext cx="2135650" cy="1113144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B256D0C8-6D5F-3DF0-974A-AC2D409C4C71}"/>
              </a:ext>
            </a:extLst>
          </p:cNvPr>
          <p:cNvSpPr/>
          <p:nvPr/>
        </p:nvSpPr>
        <p:spPr>
          <a:xfrm>
            <a:off x="2542368" y="3599212"/>
            <a:ext cx="2135650" cy="1844262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00E257B-19AE-B887-3359-DF44D492371C}"/>
              </a:ext>
            </a:extLst>
          </p:cNvPr>
          <p:cNvSpPr/>
          <p:nvPr/>
        </p:nvSpPr>
        <p:spPr>
          <a:xfrm>
            <a:off x="5483186" y="1663148"/>
            <a:ext cx="5158310" cy="3678939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0CFAD763-9ECE-AD01-238D-19C4ED35E331}"/>
              </a:ext>
            </a:extLst>
          </p:cNvPr>
          <p:cNvSpPr/>
          <p:nvPr/>
        </p:nvSpPr>
        <p:spPr>
          <a:xfrm>
            <a:off x="2731812" y="1138965"/>
            <a:ext cx="1674544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B93B79-850C-6A6D-CBA3-A9171CE21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33186" y="1159417"/>
            <a:ext cx="320040" cy="3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FE259C-496D-FB7F-A56A-6611BF758BEB}"/>
              </a:ext>
            </a:extLst>
          </p:cNvPr>
          <p:cNvSpPr txBox="1"/>
          <p:nvPr/>
        </p:nvSpPr>
        <p:spPr>
          <a:xfrm>
            <a:off x="3153226" y="1165549"/>
            <a:ext cx="1179425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/>
              <a:t>Virtual Network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949EEC85-A237-5DF3-D606-80C2DF202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62206" y="4852708"/>
            <a:ext cx="320040" cy="292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2003DF-998C-AD89-20DF-2AFA18ED4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586" y="2497841"/>
            <a:ext cx="548640" cy="400930"/>
          </a:xfrm>
          <a:prstGeom prst="rect">
            <a:avLst/>
          </a:prstGeom>
        </p:spPr>
      </p:pic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50C9520-3238-A9C3-3114-71C06533A119}"/>
              </a:ext>
            </a:extLst>
          </p:cNvPr>
          <p:cNvGrpSpPr/>
          <p:nvPr/>
        </p:nvGrpSpPr>
        <p:grpSpPr>
          <a:xfrm>
            <a:off x="2672762" y="1770451"/>
            <a:ext cx="1899240" cy="523220"/>
            <a:chOff x="1321040" y="1028329"/>
            <a:chExt cx="1899240" cy="523220"/>
          </a:xfrm>
        </p:grpSpPr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8D9BDFD9-F516-F6CB-048E-7C74A2CAF37B}"/>
                </a:ext>
              </a:extLst>
            </p:cNvPr>
            <p:cNvSpPr/>
            <p:nvPr/>
          </p:nvSpPr>
          <p:spPr>
            <a:xfrm>
              <a:off x="1321040" y="1060941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DF5D223-3A9A-5F8F-7A8A-4A08012768A8}"/>
                </a:ext>
              </a:extLst>
            </p:cNvPr>
            <p:cNvGrpSpPr/>
            <p:nvPr/>
          </p:nvGrpSpPr>
          <p:grpSpPr>
            <a:xfrm>
              <a:off x="1375448" y="1028329"/>
              <a:ext cx="1844832" cy="523220"/>
              <a:chOff x="1481464" y="1015077"/>
              <a:chExt cx="1844832" cy="52322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BE39DAF-719A-41C5-4FB7-FE18513C1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B90F55-759B-D4F8-4D5E-D83C999C2D9A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Application Gateway Subnet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2903A7-FF51-7F77-6469-3FAF2CD8F4FC}"/>
              </a:ext>
            </a:extLst>
          </p:cNvPr>
          <p:cNvGrpSpPr/>
          <p:nvPr/>
        </p:nvGrpSpPr>
        <p:grpSpPr>
          <a:xfrm>
            <a:off x="6804402" y="1787435"/>
            <a:ext cx="1577340" cy="523220"/>
            <a:chOff x="3712402" y="1745366"/>
            <a:chExt cx="1577340" cy="523220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D726B11-E696-8C2A-E8DC-2D9E68190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12402" y="1828721"/>
              <a:ext cx="320040" cy="296037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BCDBEC-8951-33D5-F902-ACE677199C41}"/>
                </a:ext>
              </a:extLst>
            </p:cNvPr>
            <p:cNvSpPr txBox="1"/>
            <p:nvPr/>
          </p:nvSpPr>
          <p:spPr>
            <a:xfrm>
              <a:off x="3996856" y="1745366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 Private Endpoint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2D1C1E-5798-626B-E279-99CE7BDC53B6}"/>
              </a:ext>
            </a:extLst>
          </p:cNvPr>
          <p:cNvGrpSpPr/>
          <p:nvPr/>
        </p:nvGrpSpPr>
        <p:grpSpPr>
          <a:xfrm>
            <a:off x="8862206" y="1879665"/>
            <a:ext cx="1612926" cy="338759"/>
            <a:chOff x="3714916" y="2625077"/>
            <a:chExt cx="1612926" cy="338759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2DF14C84-D88B-1359-B5A1-4876FDDFB7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14916" y="2643796"/>
              <a:ext cx="320040" cy="32004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200700-B7B4-C541-1BF3-78D998CDBB95}"/>
                </a:ext>
              </a:extLst>
            </p:cNvPr>
            <p:cNvSpPr txBox="1"/>
            <p:nvPr/>
          </p:nvSpPr>
          <p:spPr>
            <a:xfrm>
              <a:off x="4034956" y="26250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0C045FD-6766-5A94-70B3-8DA9F8FEB0A4}"/>
              </a:ext>
            </a:extLst>
          </p:cNvPr>
          <p:cNvGrpSpPr/>
          <p:nvPr/>
        </p:nvGrpSpPr>
        <p:grpSpPr>
          <a:xfrm>
            <a:off x="8862206" y="2647231"/>
            <a:ext cx="1612926" cy="320040"/>
            <a:chOff x="5589167" y="2647782"/>
            <a:chExt cx="1612926" cy="3200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50EDEDA9-E6B1-E607-8A92-92258869A5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89167" y="2647782"/>
              <a:ext cx="320040" cy="32004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A524CA-1B60-B242-1324-3ED8896F2F2E}"/>
                </a:ext>
              </a:extLst>
            </p:cNvPr>
            <p:cNvSpPr txBox="1"/>
            <p:nvPr/>
          </p:nvSpPr>
          <p:spPr>
            <a:xfrm>
              <a:off x="5909207" y="265078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9BB4E-B905-0CB9-277B-85BAADA50989}"/>
              </a:ext>
            </a:extLst>
          </p:cNvPr>
          <p:cNvGrpSpPr/>
          <p:nvPr/>
        </p:nvGrpSpPr>
        <p:grpSpPr>
          <a:xfrm>
            <a:off x="6804402" y="2534679"/>
            <a:ext cx="1577340" cy="523220"/>
            <a:chOff x="3615856" y="1719932"/>
            <a:chExt cx="1577340" cy="523220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FBF4AEB-38D6-4D48-0BFB-3F76E0511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2D5FC44-2847-47B3-B5F0-A896DACABDF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 Private Endpoint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A476DF8-6561-67E7-3D89-D9B3FDF1242D}"/>
              </a:ext>
            </a:extLst>
          </p:cNvPr>
          <p:cNvGrpSpPr/>
          <p:nvPr/>
        </p:nvGrpSpPr>
        <p:grpSpPr>
          <a:xfrm>
            <a:off x="6804402" y="3281923"/>
            <a:ext cx="1577340" cy="523220"/>
            <a:chOff x="3615856" y="1719932"/>
            <a:chExt cx="1577340" cy="52322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77137F8-069A-FAF7-EE40-593E56D62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A341B5-23FE-4784-7CFC-D50BBF98410F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978656-8144-5C7E-6597-3865724A0D0C}"/>
              </a:ext>
            </a:extLst>
          </p:cNvPr>
          <p:cNvGrpSpPr/>
          <p:nvPr/>
        </p:nvGrpSpPr>
        <p:grpSpPr>
          <a:xfrm>
            <a:off x="8862206" y="3374392"/>
            <a:ext cx="1612926" cy="327161"/>
            <a:chOff x="7510484" y="2577492"/>
            <a:chExt cx="1612926" cy="327161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05487C9-3635-91C2-E2DC-89676C43AF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10484" y="2584613"/>
              <a:ext cx="320040" cy="32004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D756F6-F91A-9FCB-11D6-6A83ABFA5B43}"/>
                </a:ext>
              </a:extLst>
            </p:cNvPr>
            <p:cNvSpPr txBox="1"/>
            <p:nvPr/>
          </p:nvSpPr>
          <p:spPr>
            <a:xfrm>
              <a:off x="7830524" y="2577492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1B29D99-D83B-A626-8F89-0B77278B615F}"/>
              </a:ext>
            </a:extLst>
          </p:cNvPr>
          <p:cNvGrpSpPr/>
          <p:nvPr/>
        </p:nvGrpSpPr>
        <p:grpSpPr>
          <a:xfrm>
            <a:off x="8869847" y="4130360"/>
            <a:ext cx="1605285" cy="320040"/>
            <a:chOff x="7518125" y="3342339"/>
            <a:chExt cx="1605285" cy="32004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C8B4BEF-B87F-0A18-B81F-1548B1D604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518125" y="3342339"/>
              <a:ext cx="320040" cy="3200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9AC331-30A4-E5F0-7C54-64CBFD64EA1C}"/>
                </a:ext>
              </a:extLst>
            </p:cNvPr>
            <p:cNvSpPr txBox="1"/>
            <p:nvPr/>
          </p:nvSpPr>
          <p:spPr>
            <a:xfrm>
              <a:off x="7830524" y="3347105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2ABDD84-A755-70A1-D347-AFE1DCC995A6}"/>
              </a:ext>
            </a:extLst>
          </p:cNvPr>
          <p:cNvGrpSpPr/>
          <p:nvPr/>
        </p:nvGrpSpPr>
        <p:grpSpPr>
          <a:xfrm>
            <a:off x="6804402" y="4029167"/>
            <a:ext cx="1577340" cy="523220"/>
            <a:chOff x="3615856" y="1719932"/>
            <a:chExt cx="1577340" cy="52322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0393C1C-23A1-2DAC-6E64-D1B3C5112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294EA2D-1F0D-9D28-2C24-9FB6C779FC3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DFE024C-DAB8-B72B-DC23-BA0686CDA72C}"/>
              </a:ext>
            </a:extLst>
          </p:cNvPr>
          <p:cNvGrpSpPr/>
          <p:nvPr/>
        </p:nvGrpSpPr>
        <p:grpSpPr>
          <a:xfrm>
            <a:off x="6804402" y="4737294"/>
            <a:ext cx="1577340" cy="523220"/>
            <a:chOff x="3615856" y="1719932"/>
            <a:chExt cx="1577340" cy="5232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26523C4-F538-FF7C-C8DE-4F54FC81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F74EB5-2B0A-82A1-6CFD-EA1768B3BF42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Foundry Project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81DB0B48-F3FF-B288-EEE4-FB45743221CD}"/>
              </a:ext>
            </a:extLst>
          </p:cNvPr>
          <p:cNvSpPr txBox="1"/>
          <p:nvPr/>
        </p:nvSpPr>
        <p:spPr>
          <a:xfrm>
            <a:off x="9182246" y="4819242"/>
            <a:ext cx="129288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Foundry Project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331272-C744-E719-FBFC-75D17D396CDF}"/>
              </a:ext>
            </a:extLst>
          </p:cNvPr>
          <p:cNvSpPr txBox="1"/>
          <p:nvPr/>
        </p:nvSpPr>
        <p:spPr>
          <a:xfrm>
            <a:off x="3153226" y="2436696"/>
            <a:ext cx="152479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Application Gateway with Azure WAF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1CAA6B5-AFBC-4CAE-643E-E2841AF5860D}"/>
              </a:ext>
            </a:extLst>
          </p:cNvPr>
          <p:cNvGrpSpPr/>
          <p:nvPr/>
        </p:nvGrpSpPr>
        <p:grpSpPr>
          <a:xfrm>
            <a:off x="2833186" y="4097222"/>
            <a:ext cx="1613710" cy="307777"/>
            <a:chOff x="1481464" y="3470577"/>
            <a:chExt cx="1613710" cy="307777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90EEA4-94CB-A224-5AD4-1E7444987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81464" y="3479448"/>
              <a:ext cx="320040" cy="290036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D011512-C001-DA6B-3D45-3AB77D5C50B4}"/>
                </a:ext>
              </a:extLst>
            </p:cNvPr>
            <p:cNvSpPr txBox="1"/>
            <p:nvPr/>
          </p:nvSpPr>
          <p:spPr>
            <a:xfrm>
              <a:off x="1802288" y="34705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Virtual Interface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466ECAD-3377-3465-2235-67AADAF4AEA3}"/>
              </a:ext>
            </a:extLst>
          </p:cNvPr>
          <p:cNvGrpSpPr/>
          <p:nvPr/>
        </p:nvGrpSpPr>
        <p:grpSpPr>
          <a:xfrm>
            <a:off x="2833186" y="4801664"/>
            <a:ext cx="1613710" cy="352044"/>
            <a:chOff x="1481464" y="4110586"/>
            <a:chExt cx="1613710" cy="352044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9D129243-6FC6-CBA6-8366-97EFE7718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81464" y="4110586"/>
              <a:ext cx="320040" cy="35204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66AB5E6-F7A0-094F-6817-3A1960CDF9B5}"/>
                </a:ext>
              </a:extLst>
            </p:cNvPr>
            <p:cNvSpPr txBox="1"/>
            <p:nvPr/>
          </p:nvSpPr>
          <p:spPr>
            <a:xfrm>
              <a:off x="1802288" y="412751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Firewall</a:t>
              </a: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14E9224-4836-8CD4-4580-B5C59A0E5DB0}"/>
              </a:ext>
            </a:extLst>
          </p:cNvPr>
          <p:cNvGrpSpPr/>
          <p:nvPr/>
        </p:nvGrpSpPr>
        <p:grpSpPr>
          <a:xfrm>
            <a:off x="2833186" y="5887677"/>
            <a:ext cx="1612926" cy="320040"/>
            <a:chOff x="1481464" y="5049320"/>
            <a:chExt cx="1612926" cy="320040"/>
          </a:xfrm>
        </p:grpSpPr>
        <p:pic>
          <p:nvPicPr>
            <p:cNvPr id="67" name="Graphic 66" descr="World with solid fill">
              <a:extLst>
                <a:ext uri="{FF2B5EF4-FFF2-40B4-BE49-F238E27FC236}">
                  <a16:creationId xmlns:a16="http://schemas.microsoft.com/office/drawing/2014/main" id="{B57D7265-5B7E-43FE-E7DE-F2EC08F02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481464" y="5049320"/>
              <a:ext cx="320040" cy="32004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7A14DAA-DCAA-FE52-2C67-BBE4B4C92F65}"/>
                </a:ext>
              </a:extLst>
            </p:cNvPr>
            <p:cNvSpPr txBox="1"/>
            <p:nvPr/>
          </p:nvSpPr>
          <p:spPr>
            <a:xfrm>
              <a:off x="1801504" y="5049320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Public Internet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1EC634F-81EC-7565-6034-6FDE32B1092C}"/>
              </a:ext>
            </a:extLst>
          </p:cNvPr>
          <p:cNvCxnSpPr>
            <a:cxnSpLocks/>
            <a:stCxn id="59" idx="2"/>
            <a:endCxn id="61" idx="0"/>
          </p:cNvCxnSpPr>
          <p:nvPr/>
        </p:nvCxnSpPr>
        <p:spPr>
          <a:xfrm>
            <a:off x="2993206" y="4396129"/>
            <a:ext cx="0" cy="40553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C4A6C42-96DD-ED96-C600-CCCF5E1EC01C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2993206" y="5153708"/>
            <a:ext cx="0" cy="73396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6F3B745A-5E42-6A2F-AC94-C88D48DDC261}"/>
              </a:ext>
            </a:extLst>
          </p:cNvPr>
          <p:cNvCxnSpPr>
            <a:cxnSpLocks/>
            <a:stCxn id="139" idx="3"/>
            <a:endCxn id="37" idx="1"/>
          </p:cNvCxnSpPr>
          <p:nvPr/>
        </p:nvCxnSpPr>
        <p:spPr>
          <a:xfrm flipV="1">
            <a:off x="6111072" y="2750753"/>
            <a:ext cx="693330" cy="752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01315127-A472-6F6C-A811-9C83B98A9B0C}"/>
              </a:ext>
            </a:extLst>
          </p:cNvPr>
          <p:cNvCxnSpPr>
            <a:cxnSpLocks/>
            <a:stCxn id="139" idx="3"/>
            <a:endCxn id="42" idx="1"/>
          </p:cNvCxnSpPr>
          <p:nvPr/>
        </p:nvCxnSpPr>
        <p:spPr>
          <a:xfrm flipV="1">
            <a:off x="6111072" y="3497997"/>
            <a:ext cx="693330" cy="476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64DA150E-05B6-53AC-9CBC-9CA6F7A328A2}"/>
              </a:ext>
            </a:extLst>
          </p:cNvPr>
          <p:cNvCxnSpPr>
            <a:cxnSpLocks/>
            <a:stCxn id="139" idx="3"/>
            <a:endCxn id="47" idx="1"/>
          </p:cNvCxnSpPr>
          <p:nvPr/>
        </p:nvCxnSpPr>
        <p:spPr>
          <a:xfrm>
            <a:off x="6111072" y="3502763"/>
            <a:ext cx="693330" cy="74247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75500B1-E35A-5F0A-E4D6-499293776931}"/>
              </a:ext>
            </a:extLst>
          </p:cNvPr>
          <p:cNvCxnSpPr>
            <a:cxnSpLocks/>
            <a:stCxn id="139" idx="3"/>
            <a:endCxn id="54" idx="1"/>
          </p:cNvCxnSpPr>
          <p:nvPr/>
        </p:nvCxnSpPr>
        <p:spPr>
          <a:xfrm>
            <a:off x="6111072" y="3502763"/>
            <a:ext cx="693330" cy="14506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4C793B9-737A-1E5D-F2B5-8B59FA715B06}"/>
              </a:ext>
            </a:extLst>
          </p:cNvPr>
          <p:cNvCxnSpPr>
            <a:cxnSpLocks/>
            <a:stCxn id="55" idx="3"/>
            <a:endCxn id="16" idx="1"/>
          </p:cNvCxnSpPr>
          <p:nvPr/>
        </p:nvCxnSpPr>
        <p:spPr>
          <a:xfrm>
            <a:off x="8381742" y="4998904"/>
            <a:ext cx="480464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C162AB1-9507-49E4-3B7C-2105CDE11F9B}"/>
              </a:ext>
            </a:extLst>
          </p:cNvPr>
          <p:cNvCxnSpPr>
            <a:cxnSpLocks/>
            <a:stCxn id="48" idx="3"/>
            <a:endCxn id="14" idx="1"/>
          </p:cNvCxnSpPr>
          <p:nvPr/>
        </p:nvCxnSpPr>
        <p:spPr>
          <a:xfrm flipV="1">
            <a:off x="8381742" y="4290380"/>
            <a:ext cx="488105" cy="39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A7A1A37-D98B-2431-45A6-B967BC5814A8}"/>
              </a:ext>
            </a:extLst>
          </p:cNvPr>
          <p:cNvCxnSpPr>
            <a:cxnSpLocks/>
            <a:stCxn id="43" idx="3"/>
            <a:endCxn id="13" idx="1"/>
          </p:cNvCxnSpPr>
          <p:nvPr/>
        </p:nvCxnSpPr>
        <p:spPr>
          <a:xfrm flipV="1">
            <a:off x="8381742" y="3541533"/>
            <a:ext cx="480464" cy="20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CE3731F-69E5-07E3-AF09-F174CD210325}"/>
              </a:ext>
            </a:extLst>
          </p:cNvPr>
          <p:cNvCxnSpPr>
            <a:cxnSpLocks/>
            <a:stCxn id="38" idx="3"/>
            <a:endCxn id="12" idx="1"/>
          </p:cNvCxnSpPr>
          <p:nvPr/>
        </p:nvCxnSpPr>
        <p:spPr>
          <a:xfrm>
            <a:off x="8381742" y="2796289"/>
            <a:ext cx="480464" cy="109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CD4ACBD-F7EE-76FC-1120-4DFB8E9DD351}"/>
              </a:ext>
            </a:extLst>
          </p:cNvPr>
          <p:cNvCxnSpPr>
            <a:cxnSpLocks/>
            <a:stCxn id="31" idx="3"/>
            <a:endCxn id="15" idx="1"/>
          </p:cNvCxnSpPr>
          <p:nvPr/>
        </p:nvCxnSpPr>
        <p:spPr>
          <a:xfrm>
            <a:off x="8381742" y="2049045"/>
            <a:ext cx="480464" cy="935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3358344-9742-3010-DD53-BC3788EAEBB6}"/>
              </a:ext>
            </a:extLst>
          </p:cNvPr>
          <p:cNvCxnSpPr>
            <a:cxnSpLocks/>
            <a:stCxn id="126" idx="2"/>
            <a:endCxn id="122" idx="3"/>
          </p:cNvCxnSpPr>
          <p:nvPr/>
        </p:nvCxnSpPr>
        <p:spPr>
          <a:xfrm rot="5400000" flipH="1">
            <a:off x="5959808" y="3239554"/>
            <a:ext cx="820744" cy="3384323"/>
          </a:xfrm>
          <a:prstGeom prst="bentConnector4">
            <a:avLst>
              <a:gd name="adj1" fmla="val -15743"/>
              <a:gd name="adj2" fmla="val 88104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4F600B21-4F03-2F00-2223-C8FC118A72D1}"/>
              </a:ext>
            </a:extLst>
          </p:cNvPr>
          <p:cNvCxnSpPr>
            <a:cxnSpLocks/>
            <a:stCxn id="139" idx="3"/>
            <a:endCxn id="30" idx="1"/>
          </p:cNvCxnSpPr>
          <p:nvPr/>
        </p:nvCxnSpPr>
        <p:spPr>
          <a:xfrm flipV="1">
            <a:off x="6111072" y="2018809"/>
            <a:ext cx="693330" cy="14839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" name="Picture 117">
            <a:extLst>
              <a:ext uri="{FF2B5EF4-FFF2-40B4-BE49-F238E27FC236}">
                <a16:creationId xmlns:a16="http://schemas.microsoft.com/office/drawing/2014/main" id="{9B2F920E-82BE-A7E1-ABA4-ED328DBA86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9382" y="4988260"/>
            <a:ext cx="285750" cy="276225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3BAE4344-8AEC-9BF7-00A4-BDE679BE10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22799" y="2059167"/>
            <a:ext cx="285750" cy="276225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750F6D1-582A-DA69-A264-A01C97220C43}"/>
              </a:ext>
            </a:extLst>
          </p:cNvPr>
          <p:cNvGrpSpPr/>
          <p:nvPr/>
        </p:nvGrpSpPr>
        <p:grpSpPr>
          <a:xfrm>
            <a:off x="2672762" y="3335859"/>
            <a:ext cx="1899240" cy="523220"/>
            <a:chOff x="5303318" y="5780075"/>
            <a:chExt cx="1899240" cy="523220"/>
          </a:xfrm>
        </p:grpSpPr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5C24D62E-8541-6F4A-247B-89180CF623B0}"/>
                </a:ext>
              </a:extLst>
            </p:cNvPr>
            <p:cNvSpPr/>
            <p:nvPr/>
          </p:nvSpPr>
          <p:spPr>
            <a:xfrm>
              <a:off x="5303318" y="5812687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76D97CA-1E05-395D-C479-7118FA28DFB3}"/>
                </a:ext>
              </a:extLst>
            </p:cNvPr>
            <p:cNvGrpSpPr/>
            <p:nvPr/>
          </p:nvGrpSpPr>
          <p:grpSpPr>
            <a:xfrm>
              <a:off x="5357726" y="5780075"/>
              <a:ext cx="1844832" cy="523220"/>
              <a:chOff x="1481464" y="1015077"/>
              <a:chExt cx="1844832" cy="523220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64B82A41-9F17-B43B-1DDA-F7D796552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61769A20-9C78-F726-6A35-1E875B09D31F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Agent Integration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45D67EF5-AEC1-087B-AF71-536B6BC5F225}"/>
              </a:ext>
            </a:extLst>
          </p:cNvPr>
          <p:cNvGrpSpPr/>
          <p:nvPr/>
        </p:nvGrpSpPr>
        <p:grpSpPr>
          <a:xfrm>
            <a:off x="4845972" y="3236257"/>
            <a:ext cx="1265100" cy="523220"/>
            <a:chOff x="5303318" y="5780075"/>
            <a:chExt cx="1265100" cy="523220"/>
          </a:xfrm>
        </p:grpSpPr>
        <p:sp>
          <p:nvSpPr>
            <p:cNvPr id="139" name="Rectangle: Rounded Corners 138">
              <a:extLst>
                <a:ext uri="{FF2B5EF4-FFF2-40B4-BE49-F238E27FC236}">
                  <a16:creationId xmlns:a16="http://schemas.microsoft.com/office/drawing/2014/main" id="{9C46303A-E37D-595C-2C4F-53396BA800A9}"/>
                </a:ext>
              </a:extLst>
            </p:cNvPr>
            <p:cNvSpPr/>
            <p:nvPr/>
          </p:nvSpPr>
          <p:spPr>
            <a:xfrm>
              <a:off x="5303318" y="5812687"/>
              <a:ext cx="1265100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C641854-6324-80DC-F090-6A6F68EFD060}"/>
                </a:ext>
              </a:extLst>
            </p:cNvPr>
            <p:cNvGrpSpPr/>
            <p:nvPr/>
          </p:nvGrpSpPr>
          <p:grpSpPr>
            <a:xfrm>
              <a:off x="5357726" y="5780075"/>
              <a:ext cx="1044328" cy="523220"/>
              <a:chOff x="1481464" y="1015077"/>
              <a:chExt cx="1044328" cy="523220"/>
            </a:xfrm>
          </p:grpSpPr>
          <p:pic>
            <p:nvPicPr>
              <p:cNvPr id="141" name="Picture 140">
                <a:extLst>
                  <a:ext uri="{FF2B5EF4-FFF2-40B4-BE49-F238E27FC236}">
                    <a16:creationId xmlns:a16="http://schemas.microsoft.com/office/drawing/2014/main" id="{A036AE5E-9B84-2AAF-F6C6-0FAD995570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D93B747-454B-9E99-C007-067E6EBF6F88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724288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General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EC3D493D-09FE-16F4-C694-39FBCFBEAA0E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4678018" y="2698306"/>
            <a:ext cx="509475" cy="57056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CFB09F1-7CB6-7B80-ED28-DB630857CEE4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9-21</a:t>
            </a:r>
          </a:p>
        </p:txBody>
      </p:sp>
    </p:spTree>
    <p:extLst>
      <p:ext uri="{BB962C8B-B14F-4D97-AF65-F5344CB8AC3E}">
        <p14:creationId xmlns:p14="http://schemas.microsoft.com/office/powerpoint/2010/main" val="2318429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13700</TotalTime>
  <Words>1179</Words>
  <Application>Microsoft Office PowerPoint</Application>
  <PresentationFormat>Widescreen</PresentationFormat>
  <Paragraphs>381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28</cp:revision>
  <dcterms:created xsi:type="dcterms:W3CDTF">2026-01-26T17:17:07Z</dcterms:created>
  <dcterms:modified xsi:type="dcterms:W3CDTF">2026-06-17T22:40:19Z</dcterms:modified>
</cp:coreProperties>
</file>