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8" r:id="rId2"/>
    <p:sldId id="256" r:id="rId3"/>
    <p:sldId id="262" r:id="rId4"/>
    <p:sldId id="263" r:id="rId5"/>
    <p:sldId id="260" r:id="rId6"/>
    <p:sldId id="259" r:id="rId7"/>
    <p:sldId id="261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Chapter 1" id="{4FFEF0E2-5833-4089-8860-99F4B2E194C0}">
          <p14:sldIdLst>
            <p14:sldId id="256"/>
            <p14:sldId id="262"/>
            <p14:sldId id="263"/>
            <p14:sldId id="260"/>
            <p14:sldId id="259"/>
          </p14:sldIdLst>
        </p14:section>
        <p14:section name="Chapter 2" id="{D332562B-3ADB-4CCE-A1B8-55DF9B490E3B}">
          <p14:sldIdLst>
            <p14:sldId id="261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>
        <p:scale>
          <a:sx n="100" d="100"/>
          <a:sy n="100" d="100"/>
        </p:scale>
        <p:origin x="1812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530</TotalTime>
  <Words>323</Words>
  <Application>Microsoft Office PowerPoint</Application>
  <PresentationFormat>Widescreen</PresentationFormat>
  <Paragraphs>88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8</cp:revision>
  <dcterms:created xsi:type="dcterms:W3CDTF">2026-01-26T17:17:07Z</dcterms:created>
  <dcterms:modified xsi:type="dcterms:W3CDTF">2026-02-12T21:14:59Z</dcterms:modified>
</cp:coreProperties>
</file>