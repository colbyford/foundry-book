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75" r:id="rId9"/>
    <p:sldId id="262" r:id="rId10"/>
    <p:sldId id="279" r:id="rId11"/>
    <p:sldId id="278" r:id="rId12"/>
    <p:sldId id="277" r:id="rId13"/>
    <p:sldId id="264" r:id="rId14"/>
    <p:sldId id="265" r:id="rId15"/>
    <p:sldId id="267" r:id="rId16"/>
    <p:sldId id="280" r:id="rId17"/>
    <p:sldId id="271" r:id="rId18"/>
    <p:sldId id="272" r:id="rId19"/>
    <p:sldId id="273" r:id="rId20"/>
    <p:sldId id="269" r:id="rId21"/>
    <p:sldId id="274" r:id="rId22"/>
    <p:sldId id="270" r:id="rId23"/>
    <p:sldId id="257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79"/>
            <p14:sldId id="278"/>
            <p14:sldId id="277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Workflows" id="{F124E500-37B7-4919-B26F-2DBCF3957E81}">
          <p14:sldIdLst>
            <p14:sldId id="280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Governance" id="{038CE4AA-62CD-47A2-8E40-F6F0DFCCB854}">
          <p14:sldIdLst>
            <p14:sldId id="269"/>
            <p14:sldId id="274"/>
            <p14:sldId id="270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2044" autoAdjust="0"/>
  </p:normalViewPr>
  <p:slideViewPr>
    <p:cSldViewPr snapToGrid="0">
      <p:cViewPr>
        <p:scale>
          <a:sx n="100" d="100"/>
          <a:sy n="100" d="100"/>
        </p:scale>
        <p:origin x="2544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png"/><Relationship Id="rId16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Relationship Id="rId1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9" Type="http://schemas.openxmlformats.org/officeDocument/2006/relationships/image" Target="../media/image3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41.svg"/><Relationship Id="rId7" Type="http://schemas.openxmlformats.org/officeDocument/2006/relationships/image" Target="../media/image28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Relationship Id="rId9" Type="http://schemas.openxmlformats.org/officeDocument/2006/relationships/image" Target="../media/image32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616801" y="1509556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867128" y="1324891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3597491" y="2813019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7206977" y="2813018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0429" y="1788181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310429" y="2843153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310429" y="3898125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1264891" y="2375950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1197116" y="3495327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1422336" y="4483046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731418" y="1327464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5837714" y="1859375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4429169" y="1510771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4269575" y="1663194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6575830" y="1511752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7077773" y="1663193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2689860" y="3246466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941659" y="3246465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5546929" y="3059668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5379542" y="3429000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80" y="4799453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79013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640093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AFB654-7A06-C3A4-7E7E-0CD359D6C0E5}"/>
              </a:ext>
            </a:extLst>
          </p:cNvPr>
          <p:cNvSpPr/>
          <p:nvPr/>
        </p:nvSpPr>
        <p:spPr>
          <a:xfrm>
            <a:off x="1293967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6E8FED-E7D9-C8F7-A2EF-4BE21234B54B}"/>
              </a:ext>
            </a:extLst>
          </p:cNvPr>
          <p:cNvSpPr/>
          <p:nvPr/>
        </p:nvSpPr>
        <p:spPr>
          <a:xfrm>
            <a:off x="129396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06C5B-8FC5-D569-2AE0-03636CF0CCD1}"/>
              </a:ext>
            </a:extLst>
          </p:cNvPr>
          <p:cNvSpPr/>
          <p:nvPr/>
        </p:nvSpPr>
        <p:spPr>
          <a:xfrm>
            <a:off x="480553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41166-D50F-198F-0E6D-17DCEC0EA317}"/>
              </a:ext>
            </a:extLst>
          </p:cNvPr>
          <p:cNvSpPr/>
          <p:nvPr/>
        </p:nvSpPr>
        <p:spPr>
          <a:xfrm>
            <a:off x="4805536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2E7744-3205-3D14-6BE9-883217B14999}"/>
              </a:ext>
            </a:extLst>
          </p:cNvPr>
          <p:cNvSpPr/>
          <p:nvPr/>
        </p:nvSpPr>
        <p:spPr>
          <a:xfrm>
            <a:off x="8317108" y="87809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A39C3D-9111-F29C-AB9D-1E650F4C0C60}"/>
              </a:ext>
            </a:extLst>
          </p:cNvPr>
          <p:cNvSpPr/>
          <p:nvPr/>
        </p:nvSpPr>
        <p:spPr>
          <a:xfrm>
            <a:off x="8317108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035EDB-7D42-FD80-A64D-1B444CF1F6E4}"/>
              </a:ext>
            </a:extLst>
          </p:cNvPr>
          <p:cNvSpPr txBox="1"/>
          <p:nvPr/>
        </p:nvSpPr>
        <p:spPr>
          <a:xfrm>
            <a:off x="2059509" y="397565"/>
            <a:ext cx="104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BC3F8-8300-3DAD-0BC5-425AB5841CE3}"/>
              </a:ext>
            </a:extLst>
          </p:cNvPr>
          <p:cNvSpPr txBox="1"/>
          <p:nvPr/>
        </p:nvSpPr>
        <p:spPr>
          <a:xfrm>
            <a:off x="9054373" y="39756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Group 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CDE82-B9BA-575A-4838-57123640C602}"/>
              </a:ext>
            </a:extLst>
          </p:cNvPr>
          <p:cNvSpPr txBox="1"/>
          <p:nvPr/>
        </p:nvSpPr>
        <p:spPr>
          <a:xfrm>
            <a:off x="5386865" y="397565"/>
            <a:ext cx="141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in Loop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C72ADD-5624-A5AF-C90C-8D288A445042}"/>
              </a:ext>
            </a:extLst>
          </p:cNvPr>
          <p:cNvSpPr/>
          <p:nvPr/>
        </p:nvSpPr>
        <p:spPr>
          <a:xfrm>
            <a:off x="1907431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E24462-6792-9F65-B196-3AAC33E7B93E}"/>
              </a:ext>
            </a:extLst>
          </p:cNvPr>
          <p:cNvSpPr/>
          <p:nvPr/>
        </p:nvSpPr>
        <p:spPr>
          <a:xfrm>
            <a:off x="1907431" y="3966493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3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113AE-C3C2-85C7-0E3A-0BAF3433488F}"/>
              </a:ext>
            </a:extLst>
          </p:cNvPr>
          <p:cNvSpPr/>
          <p:nvPr/>
        </p:nvSpPr>
        <p:spPr>
          <a:xfrm>
            <a:off x="1907431" y="2771990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CB94AA-C467-6DED-59A5-34F72F9BE893}"/>
              </a:ext>
            </a:extLst>
          </p:cNvPr>
          <p:cNvSpPr/>
          <p:nvPr/>
        </p:nvSpPr>
        <p:spPr>
          <a:xfrm>
            <a:off x="8935485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Orchestrator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(Route by Context)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050253-1AB3-63EB-84EB-ACEE2400BBF8}"/>
              </a:ext>
            </a:extLst>
          </p:cNvPr>
          <p:cNvSpPr/>
          <p:nvPr/>
        </p:nvSpPr>
        <p:spPr>
          <a:xfrm>
            <a:off x="5421458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pic>
        <p:nvPicPr>
          <p:cNvPr id="18" name="Graphic 17" descr="User with solid fill">
            <a:extLst>
              <a:ext uri="{FF2B5EF4-FFF2-40B4-BE49-F238E27FC236}">
                <a16:creationId xmlns:a16="http://schemas.microsoft.com/office/drawing/2014/main" id="{1B9F9BDD-1142-BCE0-EDD8-ADD84DF93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22726" y="3841197"/>
            <a:ext cx="685800" cy="6858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EF4AA4-B888-18BB-6FB5-C6F9288B2265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6093542" y="1249877"/>
            <a:ext cx="2457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76B6AE-D465-4915-3E1B-D83CE01572FB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6093542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11E7CA-0A5C-9A5B-E02F-FE87A8E49E61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2579515" y="1249877"/>
            <a:ext cx="4915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BE0972-B87A-4DA1-1F47-7D690864B492}"/>
              </a:ext>
            </a:extLst>
          </p:cNvPr>
          <p:cNvSpPr txBox="1"/>
          <p:nvPr/>
        </p:nvSpPr>
        <p:spPr>
          <a:xfrm>
            <a:off x="6344228" y="4416172"/>
            <a:ext cx="8427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Approves or</a:t>
            </a:r>
          </a:p>
          <a:p>
            <a:pPr algn="ctr"/>
            <a:r>
              <a:rPr lang="en-US" sz="1200" dirty="0"/>
              <a:t>Clarifies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9C84E05-C87E-751E-D39B-0EB80D386D6F}"/>
              </a:ext>
            </a:extLst>
          </p:cNvPr>
          <p:cNvCxnSpPr>
            <a:cxnSpLocks/>
            <a:endCxn id="18" idx="0"/>
          </p:cNvCxnSpPr>
          <p:nvPr/>
        </p:nvCxnSpPr>
        <p:spPr>
          <a:xfrm rot="16200000" flipH="1">
            <a:off x="6422641" y="3498212"/>
            <a:ext cx="412200" cy="2737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C9E4D5-9A27-41B0-A6B7-325376A8EEA9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2579515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EE7C03-9562-EF4D-00EA-CB265A4C9A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579515" y="3638884"/>
            <a:ext cx="0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25382F-8D45-D2AE-35A9-8B1AFA65118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2579515" y="4833387"/>
            <a:ext cx="4915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D068019-47A3-33D3-84C8-9F7C60B24399}"/>
              </a:ext>
            </a:extLst>
          </p:cNvPr>
          <p:cNvSpPr txBox="1"/>
          <p:nvPr/>
        </p:nvSpPr>
        <p:spPr>
          <a:xfrm>
            <a:off x="6479406" y="3355943"/>
            <a:ext cx="366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yes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2AEDFC-0FEB-1CDF-3F9F-2B7FB5A2FC99}"/>
              </a:ext>
            </a:extLst>
          </p:cNvPr>
          <p:cNvSpPr txBox="1"/>
          <p:nvPr/>
        </p:nvSpPr>
        <p:spPr>
          <a:xfrm>
            <a:off x="5386865" y="3355943"/>
            <a:ext cx="325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294098A-677B-10E2-34C5-5C1BE2219448}"/>
              </a:ext>
            </a:extLst>
          </p:cNvPr>
          <p:cNvCxnSpPr>
            <a:cxnSpLocks/>
          </p:cNvCxnSpPr>
          <p:nvPr/>
        </p:nvCxnSpPr>
        <p:spPr>
          <a:xfrm>
            <a:off x="5700145" y="3428997"/>
            <a:ext cx="0" cy="172605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9C40B7-FA41-0814-7C87-B0B00357906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765625" y="4877837"/>
            <a:ext cx="1" cy="27721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9F808D75-E976-70B5-1E8C-92954997F27F}"/>
              </a:ext>
            </a:extLst>
          </p:cNvPr>
          <p:cNvSpPr/>
          <p:nvPr/>
        </p:nvSpPr>
        <p:spPr>
          <a:xfrm>
            <a:off x="5231894" y="2771990"/>
            <a:ext cx="1723296" cy="866894"/>
          </a:xfrm>
          <a:prstGeom prst="flowChartDecision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Review?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0F91184-A0B5-338B-04D3-73E6BC57562B}"/>
              </a:ext>
            </a:extLst>
          </p:cNvPr>
          <p:cNvSpPr/>
          <p:nvPr/>
        </p:nvSpPr>
        <p:spPr>
          <a:xfrm>
            <a:off x="831710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A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B01557F-ABD2-BE16-968B-EB3184C63AF1}"/>
              </a:ext>
            </a:extLst>
          </p:cNvPr>
          <p:cNvSpPr/>
          <p:nvPr/>
        </p:nvSpPr>
        <p:spPr>
          <a:xfrm>
            <a:off x="921131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B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F63535-DF4C-4B17-E76D-AF2692CD0174}"/>
              </a:ext>
            </a:extLst>
          </p:cNvPr>
          <p:cNvSpPr/>
          <p:nvPr/>
        </p:nvSpPr>
        <p:spPr>
          <a:xfrm>
            <a:off x="10105530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C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F33F15-6730-7F83-7184-1EFFB0E840B2}"/>
              </a:ext>
            </a:extLst>
          </p:cNvPr>
          <p:cNvCxnSpPr>
            <a:cxnSpLocks/>
            <a:stCxn id="14" idx="2"/>
            <a:endCxn id="61" idx="0"/>
          </p:cNvCxnSpPr>
          <p:nvPr/>
        </p:nvCxnSpPr>
        <p:spPr>
          <a:xfrm>
            <a:off x="9607569" y="2444380"/>
            <a:ext cx="0" cy="50340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4BA7FA0-175B-997D-9DFD-C48975209D2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9607569" y="1247424"/>
            <a:ext cx="2" cy="3300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712FCF4-FA2C-A1B7-F6E3-C494DB41694C}"/>
              </a:ext>
            </a:extLst>
          </p:cNvPr>
          <p:cNvCxnSpPr>
            <a:cxnSpLocks/>
            <a:stCxn id="14" idx="2"/>
            <a:endCxn id="60" idx="0"/>
          </p:cNvCxnSpPr>
          <p:nvPr/>
        </p:nvCxnSpPr>
        <p:spPr>
          <a:xfrm rot="5400000">
            <a:off x="8908762" y="2248977"/>
            <a:ext cx="503405" cy="8942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6BE40E8-80D9-F923-B31B-4EB673E02EF8}"/>
              </a:ext>
            </a:extLst>
          </p:cNvPr>
          <p:cNvCxnSpPr>
            <a:cxnSpLocks/>
            <a:stCxn id="14" idx="2"/>
            <a:endCxn id="62" idx="0"/>
          </p:cNvCxnSpPr>
          <p:nvPr/>
        </p:nvCxnSpPr>
        <p:spPr>
          <a:xfrm rot="16200000" flipH="1">
            <a:off x="9802973" y="2248975"/>
            <a:ext cx="503405" cy="894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3F73E562-451E-ACE6-539E-D86109028F4E}"/>
              </a:ext>
            </a:extLst>
          </p:cNvPr>
          <p:cNvCxnSpPr>
            <a:cxnSpLocks/>
            <a:stCxn id="60" idx="2"/>
            <a:endCxn id="7" idx="0"/>
          </p:cNvCxnSpPr>
          <p:nvPr/>
        </p:nvCxnSpPr>
        <p:spPr>
          <a:xfrm rot="16200000" flipH="1">
            <a:off x="8396438" y="3949863"/>
            <a:ext cx="1528055" cy="8942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DE881DF3-FDE1-E2F0-A9A6-2EF92D0A6A22}"/>
              </a:ext>
            </a:extLst>
          </p:cNvPr>
          <p:cNvCxnSpPr>
            <a:cxnSpLocks/>
            <a:stCxn id="62" idx="2"/>
            <a:endCxn id="7" idx="0"/>
          </p:cNvCxnSpPr>
          <p:nvPr/>
        </p:nvCxnSpPr>
        <p:spPr>
          <a:xfrm rot="5400000">
            <a:off x="9290650" y="3949864"/>
            <a:ext cx="1528055" cy="8942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57C5348-A8B7-BB09-4C4A-BB5E1799E7CD}"/>
              </a:ext>
            </a:extLst>
          </p:cNvPr>
          <p:cNvCxnSpPr>
            <a:cxnSpLocks/>
            <a:stCxn id="61" idx="2"/>
            <a:endCxn id="7" idx="0"/>
          </p:cNvCxnSpPr>
          <p:nvPr/>
        </p:nvCxnSpPr>
        <p:spPr>
          <a:xfrm>
            <a:off x="9607569" y="3632942"/>
            <a:ext cx="2" cy="15280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512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71618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26545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94595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Javascript</a:t>
                      </a:r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11976</TotalTime>
  <Words>801</Words>
  <Application>Microsoft Office PowerPoint</Application>
  <PresentationFormat>Widescreen</PresentationFormat>
  <Paragraphs>242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16</cp:revision>
  <dcterms:created xsi:type="dcterms:W3CDTF">2026-01-26T17:17:07Z</dcterms:created>
  <dcterms:modified xsi:type="dcterms:W3CDTF">2026-04-11T14:05:46Z</dcterms:modified>
</cp:coreProperties>
</file>