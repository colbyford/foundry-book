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98" d="100"/>
          <a:sy n="98" d="100"/>
        </p:scale>
        <p:origin x="9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65CDE-72FA-0AAB-EBE7-4347E303E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E87E21-5F6F-8EE9-AC3B-3109D7955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31367-6040-FB90-752E-B9574C352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4FC-E8CB-44DD-BDEB-6085AB02729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40EFB-9F1F-8120-F7A2-E3F6D320F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20363-F3B1-7E9C-45DF-E738EDAC5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AF3DF-08F8-4B99-A2E7-EE76C5C9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234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D54EB-6F6E-6718-BCBE-509994D83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9B40A-C785-849F-8892-98640410B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8D205-734A-DD82-7D75-982571EE9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4FC-E8CB-44DD-BDEB-6085AB02729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D07A7-9A0E-AC4D-44E2-C59553BE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58969-0056-6B38-1982-0D3676115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AF3DF-08F8-4B99-A2E7-EE76C5C9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778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4B755-C584-4EAB-D813-E257EC3BD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86B55-4E70-BA13-656C-7012774E6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A8DE0-572C-754C-9B27-6D3463CDA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4FC-E8CB-44DD-BDEB-6085AB02729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68F3A-7B83-8BD8-1AEB-EFC5C25A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7DC1C-518A-F84E-778E-C80534E4B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AF3DF-08F8-4B99-A2E7-EE76C5C9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14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5068B-1121-E8E0-D70A-12BA2A2F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9EBCE3-7AC0-F429-67AC-5D7F9AB47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F92003-9274-AF39-74F2-350E59597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D3D2E-DF90-E28A-092F-A8EEB6253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4FC-E8CB-44DD-BDEB-6085AB02729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24BB9-78B8-891D-3CC8-35B0F68AB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AF0986-D5B4-3647-181E-0C8A165CA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AF3DF-08F8-4B99-A2E7-EE76C5C9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36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A3683-38A8-8F87-878A-6709BAC8B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808766-488C-3114-B19B-370E50486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BD2FA-4ADA-C23A-64ED-54D49D67AE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8EA5AB-F8D6-2B2F-DD9A-9540DEC413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2695C3-06AB-2ACD-29A3-D0DE573FE5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3DC67C-F277-D13B-A8BA-2CC3AE5B9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4FC-E8CB-44DD-BDEB-6085AB02729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DCC7BC-6574-B195-A9C7-EA6EE05CD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642FB8-7DE1-71D2-4321-90F48E7FD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AF3DF-08F8-4B99-A2E7-EE76C5C9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57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D758A-DF88-84B9-DFD0-67148EF7B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3E3819-8C30-9992-150F-7CC9D5E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4FC-E8CB-44DD-BDEB-6085AB02729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805D10-AE3B-4B1F-3D01-0E6EBB0F9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916F89-5171-B752-5503-95691F427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AF3DF-08F8-4B99-A2E7-EE76C5C9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878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A204EE-8B7C-D5DE-C663-E2E0FB657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4FC-E8CB-44DD-BDEB-6085AB02729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3F5D70-C03E-90DD-05A7-28E5A8A42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53962-1CBA-1998-1DE2-93BD532D5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AF3DF-08F8-4B99-A2E7-EE76C5C9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143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96445-517A-0744-C1E5-1EDAF79D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701EA-E264-7A5C-E1EF-7FD3B90AE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BA2D2D-2671-6567-5073-D5D690370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ED584-EA22-B004-DC2B-3A8CB37BB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4FC-E8CB-44DD-BDEB-6085AB02729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30BD1-3915-CA8D-9F73-9D3895AA3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3559E-8438-8AFF-D294-B5F4FE586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AF3DF-08F8-4B99-A2E7-EE76C5C9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116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C628B-6761-0835-4B41-23FF429F0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6293AD-2D0A-B607-EECD-4B4CF5677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46B6B-6232-4B44-61A1-F49BBF651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DBC7A-78F2-7581-0F29-5AD70AEFE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4FC-E8CB-44DD-BDEB-6085AB02729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5F334-0BD9-ABD4-33A5-F55A40F75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BD9C2-1FD3-B52F-D962-8A96F311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AF3DF-08F8-4B99-A2E7-EE76C5C9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97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891A7-0D74-4BB0-FC86-B5C5C4D9B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F92A5-370C-A6C5-806A-57B8C44B4C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45521-BF15-8270-E2CD-591425830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4FC-E8CB-44DD-BDEB-6085AB02729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D53E2-4689-1E47-26BC-9CC09370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898747-3752-392E-9440-50AA34691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AF3DF-08F8-4B99-A2E7-EE76C5C9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58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A1A268-49F7-D5E2-602D-99751D7680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AC52B-A9C4-C8C5-7901-1BBFFB541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3A572-020A-0E35-C9E4-1AEF2AFA8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4FC-E8CB-44DD-BDEB-6085AB02729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5D657-1A71-DEAA-2295-A6B86A6BC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34253-CD21-4A41-B85D-39724B39F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EAF3DF-08F8-4B99-A2E7-EE76C5C9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619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71D5C4-AEB6-9305-499A-785BA11C0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682DF-BF80-8C25-0938-D0B91BC33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F409E-58A0-998D-390B-8CFDD5EEF4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BBD4FC-E8CB-44DD-BDEB-6085AB027296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291D5-ED8F-AB8F-8177-F541108EE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8274C-2C11-5D9A-2469-AD67A736D4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EAF3DF-08F8-4B99-A2E7-EE76C5C9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566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F127827-6937-D640-7E79-2F30FA1EC922}"/>
              </a:ext>
            </a:extLst>
          </p:cNvPr>
          <p:cNvSpPr/>
          <p:nvPr/>
        </p:nvSpPr>
        <p:spPr>
          <a:xfrm>
            <a:off x="3810000" y="1143000"/>
            <a:ext cx="4572000" cy="457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93A4E7-2F87-043A-EB9C-BB5E25684550}"/>
              </a:ext>
            </a:extLst>
          </p:cNvPr>
          <p:cNvSpPr/>
          <p:nvPr/>
        </p:nvSpPr>
        <p:spPr>
          <a:xfrm>
            <a:off x="4318101" y="2033080"/>
            <a:ext cx="3555798" cy="2791840"/>
          </a:xfrm>
          <a:custGeom>
            <a:avLst/>
            <a:gdLst>
              <a:gd name="csX0" fmla="*/ 715475 w 1750630"/>
              <a:gd name="csY0" fmla="*/ 233051 h 1453277"/>
              <a:gd name="csX1" fmla="*/ 371873 w 1750630"/>
              <a:gd name="csY1" fmla="*/ 378159 h 1453277"/>
              <a:gd name="csX2" fmla="*/ 228343 w 1750630"/>
              <a:gd name="csY2" fmla="*/ 727735 h 1453277"/>
              <a:gd name="csX3" fmla="*/ 371873 w 1750630"/>
              <a:gd name="csY3" fmla="*/ 1077316 h 1453277"/>
              <a:gd name="csX4" fmla="*/ 717650 w 1750630"/>
              <a:gd name="csY4" fmla="*/ 1222423 h 1453277"/>
              <a:gd name="csX5" fmla="*/ 1063426 w 1750630"/>
              <a:gd name="csY5" fmla="*/ 1077316 h 1453277"/>
              <a:gd name="csX6" fmla="*/ 1204781 w 1750630"/>
              <a:gd name="csY6" fmla="*/ 727735 h 1453277"/>
              <a:gd name="csX7" fmla="*/ 1061251 w 1750630"/>
              <a:gd name="csY7" fmla="*/ 378159 h 1453277"/>
              <a:gd name="csX8" fmla="*/ 715475 w 1750630"/>
              <a:gd name="csY8" fmla="*/ 233051 h 1453277"/>
              <a:gd name="csX9" fmla="*/ 717650 w 1750630"/>
              <a:gd name="csY9" fmla="*/ 2198 h 1453277"/>
              <a:gd name="csX10" fmla="*/ 1435300 w 1750630"/>
              <a:gd name="csY10" fmla="*/ 727735 h 1453277"/>
              <a:gd name="csX11" fmla="*/ 717650 w 1750630"/>
              <a:gd name="csY11" fmla="*/ 1453277 h 1453277"/>
              <a:gd name="csX12" fmla="*/ 0 w 1750630"/>
              <a:gd name="csY12" fmla="*/ 727735 h 1453277"/>
              <a:gd name="csX13" fmla="*/ 717650 w 1750630"/>
              <a:gd name="csY13" fmla="*/ 2198 h 1453277"/>
              <a:gd name="csX14" fmla="*/ 1581004 w 1750630"/>
              <a:gd name="csY14" fmla="*/ 0 h 1453277"/>
              <a:gd name="csX15" fmla="*/ 1750630 w 1750630"/>
              <a:gd name="csY15" fmla="*/ 171491 h 1453277"/>
              <a:gd name="csX16" fmla="*/ 1581004 w 1750630"/>
              <a:gd name="csY16" fmla="*/ 342982 h 1453277"/>
              <a:gd name="csX17" fmla="*/ 1411377 w 1750630"/>
              <a:gd name="csY17" fmla="*/ 171491 h 1453277"/>
              <a:gd name="csX18" fmla="*/ 1581004 w 1750630"/>
              <a:gd name="csY18" fmla="*/ 0 h 14532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1750630" h="1453277">
                <a:moveTo>
                  <a:pt x="715475" y="233051"/>
                </a:moveTo>
                <a:cubicBezTo>
                  <a:pt x="580644" y="233051"/>
                  <a:pt x="461035" y="288016"/>
                  <a:pt x="371873" y="378159"/>
                </a:cubicBezTo>
                <a:cubicBezTo>
                  <a:pt x="282710" y="468302"/>
                  <a:pt x="228343" y="591425"/>
                  <a:pt x="228343" y="727735"/>
                </a:cubicBezTo>
                <a:cubicBezTo>
                  <a:pt x="228343" y="864050"/>
                  <a:pt x="282710" y="987173"/>
                  <a:pt x="371873" y="1077316"/>
                </a:cubicBezTo>
                <a:cubicBezTo>
                  <a:pt x="461035" y="1167458"/>
                  <a:pt x="582818" y="1222423"/>
                  <a:pt x="717650" y="1222423"/>
                </a:cubicBezTo>
                <a:cubicBezTo>
                  <a:pt x="852481" y="1222423"/>
                  <a:pt x="974264" y="1167458"/>
                  <a:pt x="1063426" y="1077316"/>
                </a:cubicBezTo>
                <a:cubicBezTo>
                  <a:pt x="1150414" y="984975"/>
                  <a:pt x="1204781" y="864050"/>
                  <a:pt x="1204781" y="727735"/>
                </a:cubicBezTo>
                <a:cubicBezTo>
                  <a:pt x="1204781" y="591425"/>
                  <a:pt x="1150414" y="468302"/>
                  <a:pt x="1061251" y="378159"/>
                </a:cubicBezTo>
                <a:cubicBezTo>
                  <a:pt x="972089" y="288016"/>
                  <a:pt x="850306" y="233051"/>
                  <a:pt x="715475" y="233051"/>
                </a:cubicBezTo>
                <a:close/>
                <a:moveTo>
                  <a:pt x="717650" y="2198"/>
                </a:moveTo>
                <a:cubicBezTo>
                  <a:pt x="1113444" y="2198"/>
                  <a:pt x="1435300" y="327591"/>
                  <a:pt x="1435300" y="727735"/>
                </a:cubicBezTo>
                <a:cubicBezTo>
                  <a:pt x="1435300" y="1127884"/>
                  <a:pt x="1113444" y="1453277"/>
                  <a:pt x="717650" y="1453277"/>
                </a:cubicBezTo>
                <a:cubicBezTo>
                  <a:pt x="319680" y="1451079"/>
                  <a:pt x="0" y="1127884"/>
                  <a:pt x="0" y="727735"/>
                </a:cubicBezTo>
                <a:cubicBezTo>
                  <a:pt x="0" y="327591"/>
                  <a:pt x="321855" y="2198"/>
                  <a:pt x="717650" y="2198"/>
                </a:cubicBezTo>
                <a:close/>
                <a:moveTo>
                  <a:pt x="1581004" y="0"/>
                </a:moveTo>
                <a:cubicBezTo>
                  <a:pt x="1676690" y="2199"/>
                  <a:pt x="1750630" y="76951"/>
                  <a:pt x="1750630" y="171491"/>
                </a:cubicBezTo>
                <a:cubicBezTo>
                  <a:pt x="1750630" y="266031"/>
                  <a:pt x="1674515" y="342982"/>
                  <a:pt x="1581004" y="342982"/>
                </a:cubicBezTo>
                <a:cubicBezTo>
                  <a:pt x="1487493" y="342982"/>
                  <a:pt x="1411377" y="266031"/>
                  <a:pt x="1411377" y="171491"/>
                </a:cubicBezTo>
                <a:cubicBezTo>
                  <a:pt x="1411377" y="76951"/>
                  <a:pt x="1487493" y="0"/>
                  <a:pt x="1581004" y="0"/>
                </a:cubicBezTo>
                <a:close/>
              </a:path>
            </a:pathLst>
          </a:custGeom>
          <a:solidFill>
            <a:srgbClr val="D3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BAF00D-84F3-EFDF-56BA-CB7CC5B35F6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778" b="42215"/>
          <a:stretch>
            <a:fillRect/>
          </a:stretch>
        </p:blipFill>
        <p:spPr>
          <a:xfrm>
            <a:off x="3810000" y="2411749"/>
            <a:ext cx="3237048" cy="330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06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Colby Ford</dc:creator>
  <cp:lastModifiedBy>Colby Ford</cp:lastModifiedBy>
  <cp:revision>1</cp:revision>
  <dcterms:created xsi:type="dcterms:W3CDTF">2026-05-04T18:02:54Z</dcterms:created>
  <dcterms:modified xsi:type="dcterms:W3CDTF">2026-05-04T18:15:19Z</dcterms:modified>
</cp:coreProperties>
</file>